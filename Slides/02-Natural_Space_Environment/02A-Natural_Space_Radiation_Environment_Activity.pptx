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4231" r:id="rId1"/>
  </p:sldMasterIdLst>
  <p:notesMasterIdLst>
    <p:notesMasterId r:id="rId33"/>
  </p:notesMasterIdLst>
  <p:handoutMasterIdLst>
    <p:handoutMasterId r:id="rId34"/>
  </p:handoutMasterIdLst>
  <p:sldIdLst>
    <p:sldId id="25545" r:id="rId2"/>
    <p:sldId id="383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5544" r:id="rId30"/>
    <p:sldId id="25546" r:id="rId31"/>
    <p:sldId id="25547" r:id="rId32"/>
  </p:sldIdLst>
  <p:sldSz cx="9144000" cy="5715000" type="screen16x1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8B8D8E"/>
    <a:srgbClr val="9A8037"/>
    <a:srgbClr val="333399"/>
    <a:srgbClr val="000066"/>
    <a:srgbClr val="FF8000"/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CDCCE7-ACF0-C947-88B8-B9E65699B909}" v="91" dt="2025-09-09T19:34:22.803"/>
    <p1510:client id="{F5833070-DEC5-0543-A631-3DC618D57C4E}" v="106" dt="2025-09-09T18:14:28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24"/>
    <p:restoredTop sz="61633"/>
  </p:normalViewPr>
  <p:slideViewPr>
    <p:cSldViewPr snapToGrid="0">
      <p:cViewPr varScale="1">
        <p:scale>
          <a:sx n="86" d="100"/>
          <a:sy n="86" d="100"/>
        </p:scale>
        <p:origin x="2272" y="192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816" y="125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eless, Daniel" userId="6c8649f3-f880-411c-bced-fbb331f61b80" providerId="ADAL" clId="{64277004-7BEB-5D7A-8EAD-86FA75D7BFD6}"/>
    <pc:docChg chg="undo custSel addSld delSld modSld delMainMaster modMainMaster modNotesMaster">
      <pc:chgData name="Loveless, Daniel" userId="6c8649f3-f880-411c-bced-fbb331f61b80" providerId="ADAL" clId="{64277004-7BEB-5D7A-8EAD-86FA75D7BFD6}" dt="2025-09-09T19:34:32.638" v="2609" actId="20577"/>
      <pc:docMkLst>
        <pc:docMk/>
      </pc:docMkLst>
      <pc:sldChg chg="addSp delSp modSp del mod modClrScheme chgLayout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57"/>
        </pc:sldMkLst>
        <pc:spChg chg="mod ord">
          <ac:chgData name="Loveless, Daniel" userId="6c8649f3-f880-411c-bced-fbb331f61b80" providerId="ADAL" clId="{64277004-7BEB-5D7A-8EAD-86FA75D7BFD6}" dt="2025-09-09T18:33:34.173" v="96" actId="947"/>
          <ac:spMkLst>
            <pc:docMk/>
            <pc:sldMk cId="0" sldId="257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9:47.198" v="46" actId="403"/>
          <ac:spMkLst>
            <pc:docMk/>
            <pc:sldMk cId="0" sldId="257"/>
            <ac:spMk id="3" creationId="{00000000-0000-0000-0000-000000000000}"/>
          </ac:spMkLst>
        </pc:spChg>
        <pc:spChg chg="add del mod ord">
          <ac:chgData name="Loveless, Daniel" userId="6c8649f3-f880-411c-bced-fbb331f61b80" providerId="ADAL" clId="{64277004-7BEB-5D7A-8EAD-86FA75D7BFD6}" dt="2025-09-09T18:24:52.585" v="32" actId="700"/>
          <ac:spMkLst>
            <pc:docMk/>
            <pc:sldMk cId="0" sldId="257"/>
            <ac:spMk id="4" creationId="{C06890F7-9BC6-C0A5-C22A-83D75392B3B0}"/>
          </ac:spMkLst>
        </pc:spChg>
      </pc:sldChg>
      <pc:sldChg chg="delSp modSp add del mod">
        <pc:chgData name="Loveless, Daniel" userId="6c8649f3-f880-411c-bced-fbb331f61b80" providerId="ADAL" clId="{64277004-7BEB-5D7A-8EAD-86FA75D7BFD6}" dt="2025-09-09T18:37:50.144" v="131" actId="2696"/>
        <pc:sldMkLst>
          <pc:docMk/>
          <pc:sldMk cId="2019798736" sldId="257"/>
        </pc:sldMkLst>
        <pc:spChg chg="del mod">
          <ac:chgData name="Loveless, Daniel" userId="6c8649f3-f880-411c-bced-fbb331f61b80" providerId="ADAL" clId="{64277004-7BEB-5D7A-8EAD-86FA75D7BFD6}" dt="2025-09-09T18:36:58.902" v="122" actId="478"/>
          <ac:spMkLst>
            <pc:docMk/>
            <pc:sldMk cId="2019798736" sldId="257"/>
            <ac:spMk id="3" creationId="{4469A04F-64C0-203B-907B-0121C1BC081B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2351867024" sldId="257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59"/>
        </pc:sldMkLst>
        <pc:spChg chg="mod">
          <ac:chgData name="Loveless, Daniel" userId="6c8649f3-f880-411c-bced-fbb331f61b80" providerId="ADAL" clId="{64277004-7BEB-5D7A-8EAD-86FA75D7BFD6}" dt="2025-09-09T18:30:31.884" v="48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59"/>
            <ac:spMk id="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59"/>
            <ac:spMk id="6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59"/>
            <ac:spMk id="7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59"/>
            <ac:spMk id="8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59"/>
            <ac:spMk id="9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831175893" sldId="259"/>
        </pc:sldMkLst>
      </pc:sldChg>
      <pc:sldChg chg="addSp delSp modSp add mod modClrScheme chgLayout">
        <pc:chgData name="Loveless, Daniel" userId="6c8649f3-f880-411c-bced-fbb331f61b80" providerId="ADAL" clId="{64277004-7BEB-5D7A-8EAD-86FA75D7BFD6}" dt="2025-09-09T18:39:10.190" v="151" actId="700"/>
        <pc:sldMkLst>
          <pc:docMk/>
          <pc:sldMk cId="3552086237" sldId="259"/>
        </pc:sldMkLst>
        <pc:spChg chg="del mod ord">
          <ac:chgData name="Loveless, Daniel" userId="6c8649f3-f880-411c-bced-fbb331f61b80" providerId="ADAL" clId="{64277004-7BEB-5D7A-8EAD-86FA75D7BFD6}" dt="2025-09-09T18:38:33.943" v="143" actId="478"/>
          <ac:spMkLst>
            <pc:docMk/>
            <pc:sldMk cId="3552086237" sldId="259"/>
            <ac:spMk id="2" creationId="{5DBE4DBE-0B95-B8DE-39D3-2156365FDF56}"/>
          </ac:spMkLst>
        </pc:spChg>
        <pc:spChg chg="mod ord">
          <ac:chgData name="Loveless, Daniel" userId="6c8649f3-f880-411c-bced-fbb331f61b80" providerId="ADAL" clId="{64277004-7BEB-5D7A-8EAD-86FA75D7BFD6}" dt="2025-09-09T18:39:10.190" v="151" actId="700"/>
          <ac:spMkLst>
            <pc:docMk/>
            <pc:sldMk cId="3552086237" sldId="259"/>
            <ac:spMk id="8" creationId="{64E73B77-410C-74C2-06D1-F8D29AA2B61F}"/>
          </ac:spMkLst>
        </pc:spChg>
        <pc:spChg chg="mod ord">
          <ac:chgData name="Loveless, Daniel" userId="6c8649f3-f880-411c-bced-fbb331f61b80" providerId="ADAL" clId="{64277004-7BEB-5D7A-8EAD-86FA75D7BFD6}" dt="2025-09-09T18:39:10.190" v="151" actId="700"/>
          <ac:spMkLst>
            <pc:docMk/>
            <pc:sldMk cId="3552086237" sldId="259"/>
            <ac:spMk id="9" creationId="{59DCC753-2D71-2F3A-8015-EFC0996D22A4}"/>
          </ac:spMkLst>
        </pc:spChg>
        <pc:spChg chg="add del mod ord">
          <ac:chgData name="Loveless, Daniel" userId="6c8649f3-f880-411c-bced-fbb331f61b80" providerId="ADAL" clId="{64277004-7BEB-5D7A-8EAD-86FA75D7BFD6}" dt="2025-09-09T18:38:35.990" v="144" actId="700"/>
          <ac:spMkLst>
            <pc:docMk/>
            <pc:sldMk cId="3552086237" sldId="259"/>
            <ac:spMk id="10" creationId="{35397ADC-CBFE-7D72-B271-3B6B331AB366}"/>
          </ac:spMkLst>
        </pc:spChg>
        <pc:spChg chg="add mod ord">
          <ac:chgData name="Loveless, Daniel" userId="6c8649f3-f880-411c-bced-fbb331f61b80" providerId="ADAL" clId="{64277004-7BEB-5D7A-8EAD-86FA75D7BFD6}" dt="2025-09-09T18:39:10.190" v="151" actId="700"/>
          <ac:spMkLst>
            <pc:docMk/>
            <pc:sldMk cId="3552086237" sldId="259"/>
            <ac:spMk id="11" creationId="{97E9965C-B913-92B7-BBF8-67EFBE87CF51}"/>
          </ac:spMkLst>
        </pc:spChg>
        <pc:spChg chg="add del mod ord">
          <ac:chgData name="Loveless, Daniel" userId="6c8649f3-f880-411c-bced-fbb331f61b80" providerId="ADAL" clId="{64277004-7BEB-5D7A-8EAD-86FA75D7BFD6}" dt="2025-09-09T18:39:10.190" v="151" actId="700"/>
          <ac:spMkLst>
            <pc:docMk/>
            <pc:sldMk cId="3552086237" sldId="259"/>
            <ac:spMk id="12" creationId="{6EA1454D-5485-8A1B-AD17-28EE2257B4DE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60"/>
        </pc:sldMkLst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0"/>
            <ac:spMk id="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0"/>
            <ac:spMk id="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0"/>
            <ac:spMk id="6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30:38.395" v="49" actId="113"/>
          <ac:spMkLst>
            <pc:docMk/>
            <pc:sldMk cId="0" sldId="260"/>
            <ac:spMk id="7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0"/>
            <ac:spMk id="8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0"/>
            <ac:spMk id="9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1301487914" sldId="260"/>
        </pc:sldMkLst>
      </pc:sldChg>
      <pc:sldChg chg="addSp delSp modSp add mod modClrScheme chgLayout">
        <pc:chgData name="Loveless, Daniel" userId="6c8649f3-f880-411c-bced-fbb331f61b80" providerId="ADAL" clId="{64277004-7BEB-5D7A-8EAD-86FA75D7BFD6}" dt="2025-09-09T18:39:27.422" v="154" actId="700"/>
        <pc:sldMkLst>
          <pc:docMk/>
          <pc:sldMk cId="1850070250" sldId="260"/>
        </pc:sldMkLst>
        <pc:spChg chg="del mod ord">
          <ac:chgData name="Loveless, Daniel" userId="6c8649f3-f880-411c-bced-fbb331f61b80" providerId="ADAL" clId="{64277004-7BEB-5D7A-8EAD-86FA75D7BFD6}" dt="2025-09-09T18:39:20.891" v="152" actId="478"/>
          <ac:spMkLst>
            <pc:docMk/>
            <pc:sldMk cId="1850070250" sldId="260"/>
            <ac:spMk id="7" creationId="{E05B17F6-AFE7-257C-C4FE-4FD371BB089E}"/>
          </ac:spMkLst>
        </pc:spChg>
        <pc:spChg chg="mod ord">
          <ac:chgData name="Loveless, Daniel" userId="6c8649f3-f880-411c-bced-fbb331f61b80" providerId="ADAL" clId="{64277004-7BEB-5D7A-8EAD-86FA75D7BFD6}" dt="2025-09-09T18:39:27.422" v="154" actId="700"/>
          <ac:spMkLst>
            <pc:docMk/>
            <pc:sldMk cId="1850070250" sldId="260"/>
            <ac:spMk id="8" creationId="{ECCB565B-CE07-2A5C-F0A5-4557B279E969}"/>
          </ac:spMkLst>
        </pc:spChg>
        <pc:spChg chg="mod ord">
          <ac:chgData name="Loveless, Daniel" userId="6c8649f3-f880-411c-bced-fbb331f61b80" providerId="ADAL" clId="{64277004-7BEB-5D7A-8EAD-86FA75D7BFD6}" dt="2025-09-09T18:39:27.422" v="154" actId="700"/>
          <ac:spMkLst>
            <pc:docMk/>
            <pc:sldMk cId="1850070250" sldId="260"/>
            <ac:spMk id="9" creationId="{D134E1D4-E794-4851-8AF0-F8AA3CD44ACC}"/>
          </ac:spMkLst>
        </pc:spChg>
        <pc:spChg chg="add del mod ord">
          <ac:chgData name="Loveless, Daniel" userId="6c8649f3-f880-411c-bced-fbb331f61b80" providerId="ADAL" clId="{64277004-7BEB-5D7A-8EAD-86FA75D7BFD6}" dt="2025-09-09T18:39:27.422" v="154" actId="700"/>
          <ac:spMkLst>
            <pc:docMk/>
            <pc:sldMk cId="1850070250" sldId="260"/>
            <ac:spMk id="10" creationId="{B30A8493-7C3C-7087-DE90-051756F6C0AD}"/>
          </ac:spMkLst>
        </pc:spChg>
        <pc:spChg chg="add del mod">
          <ac:chgData name="Loveless, Daniel" userId="6c8649f3-f880-411c-bced-fbb331f61b80" providerId="ADAL" clId="{64277004-7BEB-5D7A-8EAD-86FA75D7BFD6}" dt="2025-09-09T18:39:23.183" v="153"/>
          <ac:spMkLst>
            <pc:docMk/>
            <pc:sldMk cId="1850070250" sldId="260"/>
            <ac:spMk id="12" creationId="{B7D5BCFA-EEBF-5207-D34C-1B51B2ADFCB5}"/>
          </ac:spMkLst>
        </pc:spChg>
        <pc:spChg chg="add mod ord">
          <ac:chgData name="Loveless, Daniel" userId="6c8649f3-f880-411c-bced-fbb331f61b80" providerId="ADAL" clId="{64277004-7BEB-5D7A-8EAD-86FA75D7BFD6}" dt="2025-09-09T18:39:27.422" v="154" actId="700"/>
          <ac:spMkLst>
            <pc:docMk/>
            <pc:sldMk cId="1850070250" sldId="260"/>
            <ac:spMk id="13" creationId="{951632CD-A289-B9BE-2F50-29D37545D717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61"/>
        </pc:sldMkLst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1"/>
            <ac:spMk id="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1"/>
            <ac:spMk id="6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1"/>
            <ac:spMk id="7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30:43.183" v="50" actId="113"/>
          <ac:spMkLst>
            <pc:docMk/>
            <pc:sldMk cId="0" sldId="261"/>
            <ac:spMk id="8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1"/>
            <ac:spMk id="10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1"/>
            <ac:spMk id="11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1"/>
            <ac:spMk id="1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1"/>
            <ac:spMk id="14" creationId="{00000000-0000-0000-0000-000000000000}"/>
          </ac:spMkLst>
        </pc:spChg>
      </pc:sldChg>
      <pc:sldChg chg="addSp delSp modSp add mod modClrScheme chgLayout">
        <pc:chgData name="Loveless, Daniel" userId="6c8649f3-f880-411c-bced-fbb331f61b80" providerId="ADAL" clId="{64277004-7BEB-5D7A-8EAD-86FA75D7BFD6}" dt="2025-09-09T18:39:39.400" v="157" actId="700"/>
        <pc:sldMkLst>
          <pc:docMk/>
          <pc:sldMk cId="478165072" sldId="261"/>
        </pc:sldMkLst>
        <pc:spChg chg="del mod ord">
          <ac:chgData name="Loveless, Daniel" userId="6c8649f3-f880-411c-bced-fbb331f61b80" providerId="ADAL" clId="{64277004-7BEB-5D7A-8EAD-86FA75D7BFD6}" dt="2025-09-09T18:39:32.943" v="155" actId="478"/>
          <ac:spMkLst>
            <pc:docMk/>
            <pc:sldMk cId="478165072" sldId="261"/>
            <ac:spMk id="8" creationId="{D9259661-A406-844F-EC6E-4377FB7B0C2A}"/>
          </ac:spMkLst>
        </pc:spChg>
        <pc:spChg chg="mod ord">
          <ac:chgData name="Loveless, Daniel" userId="6c8649f3-f880-411c-bced-fbb331f61b80" providerId="ADAL" clId="{64277004-7BEB-5D7A-8EAD-86FA75D7BFD6}" dt="2025-09-09T18:39:39.400" v="157" actId="700"/>
          <ac:spMkLst>
            <pc:docMk/>
            <pc:sldMk cId="478165072" sldId="261"/>
            <ac:spMk id="13" creationId="{082C0B9A-76D8-9D19-0ADB-5CA901EC0F75}"/>
          </ac:spMkLst>
        </pc:spChg>
        <pc:spChg chg="mod ord">
          <ac:chgData name="Loveless, Daniel" userId="6c8649f3-f880-411c-bced-fbb331f61b80" providerId="ADAL" clId="{64277004-7BEB-5D7A-8EAD-86FA75D7BFD6}" dt="2025-09-09T18:39:39.400" v="157" actId="700"/>
          <ac:spMkLst>
            <pc:docMk/>
            <pc:sldMk cId="478165072" sldId="261"/>
            <ac:spMk id="14" creationId="{A0FEAFF2-5FD3-BE57-A957-2CC8DC3F8683}"/>
          </ac:spMkLst>
        </pc:spChg>
        <pc:spChg chg="add del mod ord">
          <ac:chgData name="Loveless, Daniel" userId="6c8649f3-f880-411c-bced-fbb331f61b80" providerId="ADAL" clId="{64277004-7BEB-5D7A-8EAD-86FA75D7BFD6}" dt="2025-09-09T18:39:39.400" v="157" actId="700"/>
          <ac:spMkLst>
            <pc:docMk/>
            <pc:sldMk cId="478165072" sldId="261"/>
            <ac:spMk id="15" creationId="{43A34DA8-1B48-84E3-49B7-08AB60A65DD6}"/>
          </ac:spMkLst>
        </pc:spChg>
        <pc:spChg chg="add del mod">
          <ac:chgData name="Loveless, Daniel" userId="6c8649f3-f880-411c-bced-fbb331f61b80" providerId="ADAL" clId="{64277004-7BEB-5D7A-8EAD-86FA75D7BFD6}" dt="2025-09-09T18:39:34.971" v="156"/>
          <ac:spMkLst>
            <pc:docMk/>
            <pc:sldMk cId="478165072" sldId="261"/>
            <ac:spMk id="17" creationId="{D9CDF5B6-65C2-D67C-7CE4-228F52A9A62E}"/>
          </ac:spMkLst>
        </pc:spChg>
        <pc:spChg chg="add mod ord">
          <ac:chgData name="Loveless, Daniel" userId="6c8649f3-f880-411c-bced-fbb331f61b80" providerId="ADAL" clId="{64277004-7BEB-5D7A-8EAD-86FA75D7BFD6}" dt="2025-09-09T18:39:39.400" v="157" actId="700"/>
          <ac:spMkLst>
            <pc:docMk/>
            <pc:sldMk cId="478165072" sldId="261"/>
            <ac:spMk id="18" creationId="{C2510984-7C39-1C47-A07B-CDCC7E9F3D68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714601101" sldId="261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62"/>
        </pc:sldMkLst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2"/>
            <ac:spMk id="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2"/>
            <ac:spMk id="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2"/>
            <ac:spMk id="6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30:48.467" v="51" actId="113"/>
          <ac:spMkLst>
            <pc:docMk/>
            <pc:sldMk cId="0" sldId="262"/>
            <ac:spMk id="7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2"/>
            <ac:spMk id="8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2"/>
            <ac:spMk id="9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1079383494" sldId="262"/>
        </pc:sldMkLst>
      </pc:sldChg>
      <pc:sldChg chg="addSp delSp modSp add mod modClrScheme chgLayout">
        <pc:chgData name="Loveless, Daniel" userId="6c8649f3-f880-411c-bced-fbb331f61b80" providerId="ADAL" clId="{64277004-7BEB-5D7A-8EAD-86FA75D7BFD6}" dt="2025-09-09T18:39:52.609" v="162"/>
        <pc:sldMkLst>
          <pc:docMk/>
          <pc:sldMk cId="2362718522" sldId="262"/>
        </pc:sldMkLst>
        <pc:spChg chg="del mod ord">
          <ac:chgData name="Loveless, Daniel" userId="6c8649f3-f880-411c-bced-fbb331f61b80" providerId="ADAL" clId="{64277004-7BEB-5D7A-8EAD-86FA75D7BFD6}" dt="2025-09-09T18:39:46.507" v="159" actId="478"/>
          <ac:spMkLst>
            <pc:docMk/>
            <pc:sldMk cId="2362718522" sldId="262"/>
            <ac:spMk id="7" creationId="{FC7C6F4F-3B34-1EA0-4E4F-C5D1841FFDA5}"/>
          </ac:spMkLst>
        </pc:spChg>
        <pc:spChg chg="mod ord">
          <ac:chgData name="Loveless, Daniel" userId="6c8649f3-f880-411c-bced-fbb331f61b80" providerId="ADAL" clId="{64277004-7BEB-5D7A-8EAD-86FA75D7BFD6}" dt="2025-09-09T18:39:49.364" v="160" actId="700"/>
          <ac:spMkLst>
            <pc:docMk/>
            <pc:sldMk cId="2362718522" sldId="262"/>
            <ac:spMk id="8" creationId="{1A9FFF73-D16E-4509-18AB-ACB2E8A23F30}"/>
          </ac:spMkLst>
        </pc:spChg>
        <pc:spChg chg="mod ord">
          <ac:chgData name="Loveless, Daniel" userId="6c8649f3-f880-411c-bced-fbb331f61b80" providerId="ADAL" clId="{64277004-7BEB-5D7A-8EAD-86FA75D7BFD6}" dt="2025-09-09T18:39:49.364" v="160" actId="700"/>
          <ac:spMkLst>
            <pc:docMk/>
            <pc:sldMk cId="2362718522" sldId="262"/>
            <ac:spMk id="9" creationId="{E184B9A5-D699-5079-A499-60AB2C38BE27}"/>
          </ac:spMkLst>
        </pc:spChg>
        <pc:spChg chg="add del mod ord">
          <ac:chgData name="Loveless, Daniel" userId="6c8649f3-f880-411c-bced-fbb331f61b80" providerId="ADAL" clId="{64277004-7BEB-5D7A-8EAD-86FA75D7BFD6}" dt="2025-09-09T18:39:49.364" v="160" actId="700"/>
          <ac:spMkLst>
            <pc:docMk/>
            <pc:sldMk cId="2362718522" sldId="262"/>
            <ac:spMk id="10" creationId="{C1E84B1A-4C35-A551-D65E-1229443DD385}"/>
          </ac:spMkLst>
        </pc:spChg>
        <pc:spChg chg="add mod ord">
          <ac:chgData name="Loveless, Daniel" userId="6c8649f3-f880-411c-bced-fbb331f61b80" providerId="ADAL" clId="{64277004-7BEB-5D7A-8EAD-86FA75D7BFD6}" dt="2025-09-09T18:39:52.609" v="162"/>
          <ac:spMkLst>
            <pc:docMk/>
            <pc:sldMk cId="2362718522" sldId="262"/>
            <ac:spMk id="11" creationId="{AAF04706-7923-D994-A398-1C382A2F7622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63"/>
        </pc:sldMkLst>
        <pc:spChg chg="mod">
          <ac:chgData name="Loveless, Daniel" userId="6c8649f3-f880-411c-bced-fbb331f61b80" providerId="ADAL" clId="{64277004-7BEB-5D7A-8EAD-86FA75D7BFD6}" dt="2025-09-09T18:30:51.620" v="52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3"/>
            <ac:spMk id="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3"/>
            <ac:spMk id="6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202904317" sldId="263"/>
        </pc:sldMkLst>
      </pc:sldChg>
      <pc:sldChg chg="addSp delSp modSp add mod modClrScheme chgLayout">
        <pc:chgData name="Loveless, Daniel" userId="6c8649f3-f880-411c-bced-fbb331f61b80" providerId="ADAL" clId="{64277004-7BEB-5D7A-8EAD-86FA75D7BFD6}" dt="2025-09-09T18:40:08.132" v="165"/>
        <pc:sldMkLst>
          <pc:docMk/>
          <pc:sldMk cId="1173465773" sldId="263"/>
        </pc:sldMkLst>
        <pc:spChg chg="del mod ord">
          <ac:chgData name="Loveless, Daniel" userId="6c8649f3-f880-411c-bced-fbb331f61b80" providerId="ADAL" clId="{64277004-7BEB-5D7A-8EAD-86FA75D7BFD6}" dt="2025-09-09T18:40:00.528" v="164" actId="478"/>
          <ac:spMkLst>
            <pc:docMk/>
            <pc:sldMk cId="1173465773" sldId="263"/>
            <ac:spMk id="2" creationId="{6431EFD6-D1DD-4A8E-8226-C38FAD6D9D94}"/>
          </ac:spMkLst>
        </pc:spChg>
        <pc:spChg chg="mod ord">
          <ac:chgData name="Loveless, Daniel" userId="6c8649f3-f880-411c-bced-fbb331f61b80" providerId="ADAL" clId="{64277004-7BEB-5D7A-8EAD-86FA75D7BFD6}" dt="2025-09-09T18:39:57.712" v="163" actId="700"/>
          <ac:spMkLst>
            <pc:docMk/>
            <pc:sldMk cId="1173465773" sldId="263"/>
            <ac:spMk id="5" creationId="{800F73D3-0837-40FF-0D77-813919C0AD64}"/>
          </ac:spMkLst>
        </pc:spChg>
        <pc:spChg chg="mod ord">
          <ac:chgData name="Loveless, Daniel" userId="6c8649f3-f880-411c-bced-fbb331f61b80" providerId="ADAL" clId="{64277004-7BEB-5D7A-8EAD-86FA75D7BFD6}" dt="2025-09-09T18:39:57.712" v="163" actId="700"/>
          <ac:spMkLst>
            <pc:docMk/>
            <pc:sldMk cId="1173465773" sldId="263"/>
            <ac:spMk id="6" creationId="{EC02A646-EF84-ED3D-ACCA-C7CF35C9D02E}"/>
          </ac:spMkLst>
        </pc:spChg>
        <pc:spChg chg="add del mod ord">
          <ac:chgData name="Loveless, Daniel" userId="6c8649f3-f880-411c-bced-fbb331f61b80" providerId="ADAL" clId="{64277004-7BEB-5D7A-8EAD-86FA75D7BFD6}" dt="2025-09-09T18:39:57.712" v="163" actId="700"/>
          <ac:spMkLst>
            <pc:docMk/>
            <pc:sldMk cId="1173465773" sldId="263"/>
            <ac:spMk id="7" creationId="{63B22DE2-DF14-869F-6BD0-D170145D84C1}"/>
          </ac:spMkLst>
        </pc:spChg>
        <pc:spChg chg="add del mod">
          <ac:chgData name="Loveless, Daniel" userId="6c8649f3-f880-411c-bced-fbb331f61b80" providerId="ADAL" clId="{64277004-7BEB-5D7A-8EAD-86FA75D7BFD6}" dt="2025-09-09T18:40:08.132" v="165"/>
          <ac:spMkLst>
            <pc:docMk/>
            <pc:sldMk cId="1173465773" sldId="263"/>
            <ac:spMk id="9" creationId="{346211CF-6E10-BEE9-E016-DEFBFFF55BA0}"/>
          </ac:spMkLst>
        </pc:spChg>
        <pc:spChg chg="add mod">
          <ac:chgData name="Loveless, Daniel" userId="6c8649f3-f880-411c-bced-fbb331f61b80" providerId="ADAL" clId="{64277004-7BEB-5D7A-8EAD-86FA75D7BFD6}" dt="2025-09-09T18:40:08.132" v="165"/>
          <ac:spMkLst>
            <pc:docMk/>
            <pc:sldMk cId="1173465773" sldId="263"/>
            <ac:spMk id="10" creationId="{5AD2BF45-A606-3A25-CBAE-1F0311CE3413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64"/>
        </pc:sldMkLst>
        <pc:spChg chg="mod">
          <ac:chgData name="Loveless, Daniel" userId="6c8649f3-f880-411c-bced-fbb331f61b80" providerId="ADAL" clId="{64277004-7BEB-5D7A-8EAD-86FA75D7BFD6}" dt="2025-09-09T18:30:54.224" v="53" actId="113"/>
          <ac:spMkLst>
            <pc:docMk/>
            <pc:sldMk cId="0" sldId="264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4"/>
            <ac:spMk id="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4"/>
            <ac:spMk id="6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4"/>
            <ac:spMk id="7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4"/>
            <ac:spMk id="8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4"/>
            <ac:spMk id="1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4"/>
            <ac:spMk id="1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4"/>
            <ac:spMk id="1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4"/>
            <ac:spMk id="1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4"/>
            <ac:spMk id="16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2676217011" sldId="264"/>
        </pc:sldMkLst>
      </pc:sldChg>
      <pc:sldChg chg="addSp delSp modSp add mod modClrScheme chgLayout">
        <pc:chgData name="Loveless, Daniel" userId="6c8649f3-f880-411c-bced-fbb331f61b80" providerId="ADAL" clId="{64277004-7BEB-5D7A-8EAD-86FA75D7BFD6}" dt="2025-09-09T18:42:24.956" v="207" actId="14100"/>
        <pc:sldMkLst>
          <pc:docMk/>
          <pc:sldMk cId="3009226737" sldId="264"/>
        </pc:sldMkLst>
        <pc:spChg chg="del mod ord">
          <ac:chgData name="Loveless, Daniel" userId="6c8649f3-f880-411c-bced-fbb331f61b80" providerId="ADAL" clId="{64277004-7BEB-5D7A-8EAD-86FA75D7BFD6}" dt="2025-09-09T18:40:18.330" v="168" actId="478"/>
          <ac:spMkLst>
            <pc:docMk/>
            <pc:sldMk cId="3009226737" sldId="264"/>
            <ac:spMk id="3" creationId="{6AD510CF-678A-A8CD-7494-5A7233FEABBB}"/>
          </ac:spMkLst>
        </pc:spChg>
        <pc:spChg chg="del mod">
          <ac:chgData name="Loveless, Daniel" userId="6c8649f3-f880-411c-bced-fbb331f61b80" providerId="ADAL" clId="{64277004-7BEB-5D7A-8EAD-86FA75D7BFD6}" dt="2025-09-09T18:40:46.529" v="176" actId="478"/>
          <ac:spMkLst>
            <pc:docMk/>
            <pc:sldMk cId="3009226737" sldId="264"/>
            <ac:spMk id="4" creationId="{773AF8A7-939B-A0BA-59B4-BE738C00ED69}"/>
          </ac:spMkLst>
        </pc:spChg>
        <pc:spChg chg="add del mod ord">
          <ac:chgData name="Loveless, Daniel" userId="6c8649f3-f880-411c-bced-fbb331f61b80" providerId="ADAL" clId="{64277004-7BEB-5D7A-8EAD-86FA75D7BFD6}" dt="2025-09-09T18:40:12.747" v="166" actId="700"/>
          <ac:spMkLst>
            <pc:docMk/>
            <pc:sldMk cId="3009226737" sldId="264"/>
            <ac:spMk id="17" creationId="{0E93C890-BAC8-3E80-0C84-83F8A8C451D8}"/>
          </ac:spMkLst>
        </pc:spChg>
        <pc:spChg chg="add mod ord">
          <ac:chgData name="Loveless, Daniel" userId="6c8649f3-f880-411c-bced-fbb331f61b80" providerId="ADAL" clId="{64277004-7BEB-5D7A-8EAD-86FA75D7BFD6}" dt="2025-09-09T18:40:24.993" v="171"/>
          <ac:spMkLst>
            <pc:docMk/>
            <pc:sldMk cId="3009226737" sldId="264"/>
            <ac:spMk id="18" creationId="{5A493C69-1263-58CF-04ED-511A697577B9}"/>
          </ac:spMkLst>
        </pc:spChg>
        <pc:spChg chg="add mod ord">
          <ac:chgData name="Loveless, Daniel" userId="6c8649f3-f880-411c-bced-fbb331f61b80" providerId="ADAL" clId="{64277004-7BEB-5D7A-8EAD-86FA75D7BFD6}" dt="2025-09-09T18:42:24.956" v="207" actId="14100"/>
          <ac:spMkLst>
            <pc:docMk/>
            <pc:sldMk cId="3009226737" sldId="264"/>
            <ac:spMk id="19" creationId="{34D49EDE-9ED8-0FAA-FF81-D1001C776848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65"/>
        </pc:sldMkLst>
        <pc:spChg chg="mod">
          <ac:chgData name="Loveless, Daniel" userId="6c8649f3-f880-411c-bced-fbb331f61b80" providerId="ADAL" clId="{64277004-7BEB-5D7A-8EAD-86FA75D7BFD6}" dt="2025-09-09T18:30:57.676" v="54" actId="113"/>
          <ac:spMkLst>
            <pc:docMk/>
            <pc:sldMk cId="0" sldId="265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31:10.442" v="59" actId="14100"/>
          <ac:spMkLst>
            <pc:docMk/>
            <pc:sldMk cId="0" sldId="265"/>
            <ac:spMk id="4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3044325094" sldId="265"/>
        </pc:sldMkLst>
      </pc:sldChg>
      <pc:sldChg chg="addSp delSp modSp add mod chgLayout">
        <pc:chgData name="Loveless, Daniel" userId="6c8649f3-f880-411c-bced-fbb331f61b80" providerId="ADAL" clId="{64277004-7BEB-5D7A-8EAD-86FA75D7BFD6}" dt="2025-09-09T18:41:50.133" v="199" actId="404"/>
        <pc:sldMkLst>
          <pc:docMk/>
          <pc:sldMk cId="3436039894" sldId="265"/>
        </pc:sldMkLst>
        <pc:spChg chg="del mod ord">
          <ac:chgData name="Loveless, Daniel" userId="6c8649f3-f880-411c-bced-fbb331f61b80" providerId="ADAL" clId="{64277004-7BEB-5D7A-8EAD-86FA75D7BFD6}" dt="2025-09-09T18:41:20.962" v="185" actId="478"/>
          <ac:spMkLst>
            <pc:docMk/>
            <pc:sldMk cId="3436039894" sldId="265"/>
            <ac:spMk id="3" creationId="{A2C45BCD-D5D9-0C82-B303-7080E439FEFB}"/>
          </ac:spMkLst>
        </pc:spChg>
        <pc:spChg chg="del mod">
          <ac:chgData name="Loveless, Daniel" userId="6c8649f3-f880-411c-bced-fbb331f61b80" providerId="ADAL" clId="{64277004-7BEB-5D7A-8EAD-86FA75D7BFD6}" dt="2025-09-09T18:41:31.827" v="190" actId="478"/>
          <ac:spMkLst>
            <pc:docMk/>
            <pc:sldMk cId="3436039894" sldId="265"/>
            <ac:spMk id="4" creationId="{5A3834F6-5D4E-E206-5FB5-CD11D0F3C1F2}"/>
          </ac:spMkLst>
        </pc:spChg>
        <pc:spChg chg="add del mod ord">
          <ac:chgData name="Loveless, Daniel" userId="6c8649f3-f880-411c-bced-fbb331f61b80" providerId="ADAL" clId="{64277004-7BEB-5D7A-8EAD-86FA75D7BFD6}" dt="2025-09-09T18:41:24.660" v="186" actId="700"/>
          <ac:spMkLst>
            <pc:docMk/>
            <pc:sldMk cId="3436039894" sldId="265"/>
            <ac:spMk id="5" creationId="{B30DA94F-351E-F94C-305C-4CB19C0C8BDF}"/>
          </ac:spMkLst>
        </pc:spChg>
        <pc:spChg chg="add mod ord">
          <ac:chgData name="Loveless, Daniel" userId="6c8649f3-f880-411c-bced-fbb331f61b80" providerId="ADAL" clId="{64277004-7BEB-5D7A-8EAD-86FA75D7BFD6}" dt="2025-09-09T18:41:27.580" v="188"/>
          <ac:spMkLst>
            <pc:docMk/>
            <pc:sldMk cId="3436039894" sldId="265"/>
            <ac:spMk id="6" creationId="{F3D09745-781E-D6CF-5D12-B7BDE5BA7C0E}"/>
          </ac:spMkLst>
        </pc:spChg>
        <pc:spChg chg="add mod ord">
          <ac:chgData name="Loveless, Daniel" userId="6c8649f3-f880-411c-bced-fbb331f61b80" providerId="ADAL" clId="{64277004-7BEB-5D7A-8EAD-86FA75D7BFD6}" dt="2025-09-09T18:41:50.133" v="199" actId="404"/>
          <ac:spMkLst>
            <pc:docMk/>
            <pc:sldMk cId="3436039894" sldId="265"/>
            <ac:spMk id="7" creationId="{BDD474B9-AD48-380C-E459-C6193C03408B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66"/>
        </pc:sldMkLst>
        <pc:spChg chg="mod">
          <ac:chgData name="Loveless, Daniel" userId="6c8649f3-f880-411c-bced-fbb331f61b80" providerId="ADAL" clId="{64277004-7BEB-5D7A-8EAD-86FA75D7BFD6}" dt="2025-09-09T18:31:19.819" v="60" actId="113"/>
          <ac:spMkLst>
            <pc:docMk/>
            <pc:sldMk cId="0" sldId="266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add mod chgLayout">
        <pc:chgData name="Loveless, Daniel" userId="6c8649f3-f880-411c-bced-fbb331f61b80" providerId="ADAL" clId="{64277004-7BEB-5D7A-8EAD-86FA75D7BFD6}" dt="2025-09-09T18:44:07.404" v="232" actId="207"/>
        <pc:sldMkLst>
          <pc:docMk/>
          <pc:sldMk cId="2651521355" sldId="266"/>
        </pc:sldMkLst>
        <pc:spChg chg="del mod ord">
          <ac:chgData name="Loveless, Daniel" userId="6c8649f3-f880-411c-bced-fbb331f61b80" providerId="ADAL" clId="{64277004-7BEB-5D7A-8EAD-86FA75D7BFD6}" dt="2025-09-09T18:42:36.941" v="208" actId="478"/>
          <ac:spMkLst>
            <pc:docMk/>
            <pc:sldMk cId="2651521355" sldId="266"/>
            <ac:spMk id="2" creationId="{657EB800-59E3-2EDD-16BB-21E60C32EB25}"/>
          </ac:spMkLst>
        </pc:spChg>
        <pc:spChg chg="del mod">
          <ac:chgData name="Loveless, Daniel" userId="6c8649f3-f880-411c-bced-fbb331f61b80" providerId="ADAL" clId="{64277004-7BEB-5D7A-8EAD-86FA75D7BFD6}" dt="2025-09-09T18:42:58.398" v="213" actId="478"/>
          <ac:spMkLst>
            <pc:docMk/>
            <pc:sldMk cId="2651521355" sldId="266"/>
            <ac:spMk id="3" creationId="{D03F80AB-160E-6EE0-4A41-0933DE97F8C4}"/>
          </ac:spMkLst>
        </pc:spChg>
        <pc:spChg chg="add mod ord">
          <ac:chgData name="Loveless, Daniel" userId="6c8649f3-f880-411c-bced-fbb331f61b80" providerId="ADAL" clId="{64277004-7BEB-5D7A-8EAD-86FA75D7BFD6}" dt="2025-09-09T18:44:07.404" v="232" actId="207"/>
          <ac:spMkLst>
            <pc:docMk/>
            <pc:sldMk cId="2651521355" sldId="266"/>
            <ac:spMk id="4" creationId="{258566B6-6C03-459E-69B2-AF433DB1DC51}"/>
          </ac:spMkLst>
        </pc:spChg>
        <pc:spChg chg="add del mod">
          <ac:chgData name="Loveless, Daniel" userId="6c8649f3-f880-411c-bced-fbb331f61b80" providerId="ADAL" clId="{64277004-7BEB-5D7A-8EAD-86FA75D7BFD6}" dt="2025-09-09T18:42:38.392" v="209"/>
          <ac:spMkLst>
            <pc:docMk/>
            <pc:sldMk cId="2651521355" sldId="266"/>
            <ac:spMk id="6" creationId="{CD98C1EB-D0FE-BFFD-459B-A4EF51EE309C}"/>
          </ac:spMkLst>
        </pc:spChg>
        <pc:spChg chg="add mod">
          <ac:chgData name="Loveless, Daniel" userId="6c8649f3-f880-411c-bced-fbb331f61b80" providerId="ADAL" clId="{64277004-7BEB-5D7A-8EAD-86FA75D7BFD6}" dt="2025-09-09T18:42:38.392" v="209"/>
          <ac:spMkLst>
            <pc:docMk/>
            <pc:sldMk cId="2651521355" sldId="266"/>
            <ac:spMk id="7" creationId="{9B546314-D664-F677-EA60-07AB5D9A9B15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2854753802" sldId="266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67"/>
        </pc:sldMkLst>
        <pc:spChg chg="mod">
          <ac:chgData name="Loveless, Daniel" userId="6c8649f3-f880-411c-bced-fbb331f61b80" providerId="ADAL" clId="{64277004-7BEB-5D7A-8EAD-86FA75D7BFD6}" dt="2025-09-09T18:31:23.257" v="61" actId="113"/>
          <ac:spMkLst>
            <pc:docMk/>
            <pc:sldMk cId="0" sldId="267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7"/>
            <ac:spMk id="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7"/>
            <ac:spMk id="5" creationId="{00000000-0000-0000-0000-000000000000}"/>
          </ac:spMkLst>
        </pc:spChg>
      </pc:sldChg>
      <pc:sldChg chg="addSp delSp modSp add mod modClrScheme chgLayout">
        <pc:chgData name="Loveless, Daniel" userId="6c8649f3-f880-411c-bced-fbb331f61b80" providerId="ADAL" clId="{64277004-7BEB-5D7A-8EAD-86FA75D7BFD6}" dt="2025-09-09T18:44:15.664" v="233" actId="700"/>
        <pc:sldMkLst>
          <pc:docMk/>
          <pc:sldMk cId="3178185288" sldId="267"/>
        </pc:sldMkLst>
        <pc:spChg chg="del mod ord">
          <ac:chgData name="Loveless, Daniel" userId="6c8649f3-f880-411c-bced-fbb331f61b80" providerId="ADAL" clId="{64277004-7BEB-5D7A-8EAD-86FA75D7BFD6}" dt="2025-09-09T18:42:44.882" v="210" actId="478"/>
          <ac:spMkLst>
            <pc:docMk/>
            <pc:sldMk cId="3178185288" sldId="267"/>
            <ac:spMk id="2" creationId="{4A7376F1-C16B-E739-D14B-ECC1BC9AB56F}"/>
          </ac:spMkLst>
        </pc:spChg>
        <pc:spChg chg="mod ord">
          <ac:chgData name="Loveless, Daniel" userId="6c8649f3-f880-411c-bced-fbb331f61b80" providerId="ADAL" clId="{64277004-7BEB-5D7A-8EAD-86FA75D7BFD6}" dt="2025-09-09T18:44:15.664" v="233" actId="700"/>
          <ac:spMkLst>
            <pc:docMk/>
            <pc:sldMk cId="3178185288" sldId="267"/>
            <ac:spMk id="4" creationId="{7E0BA336-FCD4-D4FB-2823-CA540C8C2040}"/>
          </ac:spMkLst>
        </pc:spChg>
        <pc:spChg chg="mod ord">
          <ac:chgData name="Loveless, Daniel" userId="6c8649f3-f880-411c-bced-fbb331f61b80" providerId="ADAL" clId="{64277004-7BEB-5D7A-8EAD-86FA75D7BFD6}" dt="2025-09-09T18:44:15.664" v="233" actId="700"/>
          <ac:spMkLst>
            <pc:docMk/>
            <pc:sldMk cId="3178185288" sldId="267"/>
            <ac:spMk id="5" creationId="{D6EC2EC7-0555-963E-B10B-B4D6256C99FF}"/>
          </ac:spMkLst>
        </pc:spChg>
        <pc:spChg chg="add del mod ord">
          <ac:chgData name="Loveless, Daniel" userId="6c8649f3-f880-411c-bced-fbb331f61b80" providerId="ADAL" clId="{64277004-7BEB-5D7A-8EAD-86FA75D7BFD6}" dt="2025-09-09T18:44:15.664" v="233" actId="700"/>
          <ac:spMkLst>
            <pc:docMk/>
            <pc:sldMk cId="3178185288" sldId="267"/>
            <ac:spMk id="6" creationId="{BE9B83B3-852A-DC30-0C66-47E86D36857B}"/>
          </ac:spMkLst>
        </pc:spChg>
        <pc:spChg chg="add del mod">
          <ac:chgData name="Loveless, Daniel" userId="6c8649f3-f880-411c-bced-fbb331f61b80" providerId="ADAL" clId="{64277004-7BEB-5D7A-8EAD-86FA75D7BFD6}" dt="2025-09-09T18:42:46.153" v="211"/>
          <ac:spMkLst>
            <pc:docMk/>
            <pc:sldMk cId="3178185288" sldId="267"/>
            <ac:spMk id="8" creationId="{00471321-7031-7E97-C4E3-217037B13E4C}"/>
          </ac:spMkLst>
        </pc:spChg>
        <pc:spChg chg="add mod ord">
          <ac:chgData name="Loveless, Daniel" userId="6c8649f3-f880-411c-bced-fbb331f61b80" providerId="ADAL" clId="{64277004-7BEB-5D7A-8EAD-86FA75D7BFD6}" dt="2025-09-09T18:44:15.664" v="233" actId="700"/>
          <ac:spMkLst>
            <pc:docMk/>
            <pc:sldMk cId="3178185288" sldId="267"/>
            <ac:spMk id="9" creationId="{C207F478-BA67-D8D2-9246-DC7FC12EB767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3195204870" sldId="267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68"/>
        </pc:sldMkLst>
        <pc:spChg chg="mod">
          <ac:chgData name="Loveless, Daniel" userId="6c8649f3-f880-411c-bced-fbb331f61b80" providerId="ADAL" clId="{64277004-7BEB-5D7A-8EAD-86FA75D7BFD6}" dt="2025-09-09T18:31:25.897" v="62" actId="113"/>
          <ac:spMkLst>
            <pc:docMk/>
            <pc:sldMk cId="0" sldId="268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8"/>
            <ac:spMk id="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8"/>
            <ac:spMk id="6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8"/>
            <ac:spMk id="7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8"/>
            <ac:spMk id="8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8"/>
            <ac:spMk id="1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8"/>
            <ac:spMk id="1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8"/>
            <ac:spMk id="1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8"/>
            <ac:spMk id="1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8"/>
            <ac:spMk id="16" creationId="{00000000-0000-0000-0000-000000000000}"/>
          </ac:spMkLst>
        </pc:spChg>
      </pc:sldChg>
      <pc:sldChg chg="addSp delSp modSp add mod chgLayout">
        <pc:chgData name="Loveless, Daniel" userId="6c8649f3-f880-411c-bced-fbb331f61b80" providerId="ADAL" clId="{64277004-7BEB-5D7A-8EAD-86FA75D7BFD6}" dt="2025-09-09T18:45:05.561" v="250" actId="14100"/>
        <pc:sldMkLst>
          <pc:docMk/>
          <pc:sldMk cId="199209414" sldId="268"/>
        </pc:sldMkLst>
        <pc:spChg chg="del mod ord">
          <ac:chgData name="Loveless, Daniel" userId="6c8649f3-f880-411c-bced-fbb331f61b80" providerId="ADAL" clId="{64277004-7BEB-5D7A-8EAD-86FA75D7BFD6}" dt="2025-09-09T18:44:54.703" v="246" actId="478"/>
          <ac:spMkLst>
            <pc:docMk/>
            <pc:sldMk cId="199209414" sldId="268"/>
            <ac:spMk id="3" creationId="{AF248D98-08F3-8FB4-0FA4-8919D5323339}"/>
          </ac:spMkLst>
        </pc:spChg>
        <pc:spChg chg="del mod">
          <ac:chgData name="Loveless, Daniel" userId="6c8649f3-f880-411c-bced-fbb331f61b80" providerId="ADAL" clId="{64277004-7BEB-5D7A-8EAD-86FA75D7BFD6}" dt="2025-09-09T18:44:23.071" v="235" actId="478"/>
          <ac:spMkLst>
            <pc:docMk/>
            <pc:sldMk cId="199209414" sldId="268"/>
            <ac:spMk id="4" creationId="{BF041B0B-FC52-4608-4F39-358618A0DAF5}"/>
          </ac:spMkLst>
        </pc:spChg>
        <pc:spChg chg="add mod ord">
          <ac:chgData name="Loveless, Daniel" userId="6c8649f3-f880-411c-bced-fbb331f61b80" providerId="ADAL" clId="{64277004-7BEB-5D7A-8EAD-86FA75D7BFD6}" dt="2025-09-09T18:45:05.561" v="250" actId="14100"/>
          <ac:spMkLst>
            <pc:docMk/>
            <pc:sldMk cId="199209414" sldId="268"/>
            <ac:spMk id="17" creationId="{6B3C9BDA-E66A-CA4D-8211-C9D34E763154}"/>
          </ac:spMkLst>
        </pc:spChg>
        <pc:spChg chg="add mod ord">
          <ac:chgData name="Loveless, Daniel" userId="6c8649f3-f880-411c-bced-fbb331f61b80" providerId="ADAL" clId="{64277004-7BEB-5D7A-8EAD-86FA75D7BFD6}" dt="2025-09-09T18:45:01.075" v="249"/>
          <ac:spMkLst>
            <pc:docMk/>
            <pc:sldMk cId="199209414" sldId="268"/>
            <ac:spMk id="18" creationId="{CCF130C6-3EDF-D297-8D46-C814D44A2362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382050010" sldId="268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69"/>
        </pc:sldMkLst>
        <pc:spChg chg="mod">
          <ac:chgData name="Loveless, Daniel" userId="6c8649f3-f880-411c-bced-fbb331f61b80" providerId="ADAL" clId="{64277004-7BEB-5D7A-8EAD-86FA75D7BFD6}" dt="2025-09-09T18:31:28.434" v="63" actId="113"/>
          <ac:spMkLst>
            <pc:docMk/>
            <pc:sldMk cId="0" sldId="269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69"/>
            <ac:spMk id="3" creationId="{00000000-0000-0000-0000-000000000000}"/>
          </ac:spMkLst>
        </pc:spChg>
      </pc:sldChg>
      <pc:sldChg chg="addSp delSp modSp add mod chgLayout">
        <pc:chgData name="Loveless, Daniel" userId="6c8649f3-f880-411c-bced-fbb331f61b80" providerId="ADAL" clId="{64277004-7BEB-5D7A-8EAD-86FA75D7BFD6}" dt="2025-09-09T18:45:44.136" v="268"/>
        <pc:sldMkLst>
          <pc:docMk/>
          <pc:sldMk cId="785302015" sldId="269"/>
        </pc:sldMkLst>
        <pc:spChg chg="del mod ord">
          <ac:chgData name="Loveless, Daniel" userId="6c8649f3-f880-411c-bced-fbb331f61b80" providerId="ADAL" clId="{64277004-7BEB-5D7A-8EAD-86FA75D7BFD6}" dt="2025-09-09T18:45:38.959" v="265" actId="478"/>
          <ac:spMkLst>
            <pc:docMk/>
            <pc:sldMk cId="785302015" sldId="269"/>
            <ac:spMk id="2" creationId="{D32D4B15-8B0E-83BA-0AEE-5A3AEBC82A7C}"/>
          </ac:spMkLst>
        </pc:spChg>
        <pc:spChg chg="del mod">
          <ac:chgData name="Loveless, Daniel" userId="6c8649f3-f880-411c-bced-fbb331f61b80" providerId="ADAL" clId="{64277004-7BEB-5D7A-8EAD-86FA75D7BFD6}" dt="2025-09-09T18:45:15.174" v="252" actId="478"/>
          <ac:spMkLst>
            <pc:docMk/>
            <pc:sldMk cId="785302015" sldId="269"/>
            <ac:spMk id="3" creationId="{464DE512-3DFC-7B1D-93C5-A4DD95B024E8}"/>
          </ac:spMkLst>
        </pc:spChg>
        <pc:spChg chg="add mod ord">
          <ac:chgData name="Loveless, Daniel" userId="6c8649f3-f880-411c-bced-fbb331f61b80" providerId="ADAL" clId="{64277004-7BEB-5D7A-8EAD-86FA75D7BFD6}" dt="2025-09-09T18:45:40.796" v="266" actId="700"/>
          <ac:spMkLst>
            <pc:docMk/>
            <pc:sldMk cId="785302015" sldId="269"/>
            <ac:spMk id="5" creationId="{D11EDFCB-8F12-5E93-AE12-BD03C449E9C9}"/>
          </ac:spMkLst>
        </pc:spChg>
        <pc:spChg chg="add mod ord">
          <ac:chgData name="Loveless, Daniel" userId="6c8649f3-f880-411c-bced-fbb331f61b80" providerId="ADAL" clId="{64277004-7BEB-5D7A-8EAD-86FA75D7BFD6}" dt="2025-09-09T18:45:44.136" v="268"/>
          <ac:spMkLst>
            <pc:docMk/>
            <pc:sldMk cId="785302015" sldId="269"/>
            <ac:spMk id="6" creationId="{1614E694-40B6-E723-6578-032E252BC02F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1882471339" sldId="269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70"/>
        </pc:sldMkLst>
        <pc:spChg chg="mod">
          <ac:chgData name="Loveless, Daniel" userId="6c8649f3-f880-411c-bced-fbb331f61b80" providerId="ADAL" clId="{64277004-7BEB-5D7A-8EAD-86FA75D7BFD6}" dt="2025-09-09T18:31:30.856" v="64" actId="113"/>
          <ac:spMkLst>
            <pc:docMk/>
            <pc:sldMk cId="0" sldId="270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0"/>
            <ac:spMk id="3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1455594115" sldId="270"/>
        </pc:sldMkLst>
      </pc:sldChg>
      <pc:sldChg chg="addSp delSp modSp add mod chgLayout">
        <pc:chgData name="Loveless, Daniel" userId="6c8649f3-f880-411c-bced-fbb331f61b80" providerId="ADAL" clId="{64277004-7BEB-5D7A-8EAD-86FA75D7BFD6}" dt="2025-09-09T18:46:18.522" v="277"/>
        <pc:sldMkLst>
          <pc:docMk/>
          <pc:sldMk cId="4014824461" sldId="270"/>
        </pc:sldMkLst>
        <pc:spChg chg="del mod ord">
          <ac:chgData name="Loveless, Daniel" userId="6c8649f3-f880-411c-bced-fbb331f61b80" providerId="ADAL" clId="{64277004-7BEB-5D7A-8EAD-86FA75D7BFD6}" dt="2025-09-09T18:46:17.423" v="276" actId="478"/>
          <ac:spMkLst>
            <pc:docMk/>
            <pc:sldMk cId="4014824461" sldId="270"/>
            <ac:spMk id="2" creationId="{6AD9EDAF-4B42-6001-6874-EE8E691CCAED}"/>
          </ac:spMkLst>
        </pc:spChg>
        <pc:spChg chg="del mod">
          <ac:chgData name="Loveless, Daniel" userId="6c8649f3-f880-411c-bced-fbb331f61b80" providerId="ADAL" clId="{64277004-7BEB-5D7A-8EAD-86FA75D7BFD6}" dt="2025-09-09T18:45:57.327" v="270" actId="478"/>
          <ac:spMkLst>
            <pc:docMk/>
            <pc:sldMk cId="4014824461" sldId="270"/>
            <ac:spMk id="3" creationId="{FC4FAAF3-9BB4-F5FC-8319-13E69FF11EDB}"/>
          </ac:spMkLst>
        </pc:spChg>
        <pc:spChg chg="add mod ord">
          <ac:chgData name="Loveless, Daniel" userId="6c8649f3-f880-411c-bced-fbb331f61b80" providerId="ADAL" clId="{64277004-7BEB-5D7A-8EAD-86FA75D7BFD6}" dt="2025-09-09T18:46:08.265" v="275" actId="404"/>
          <ac:spMkLst>
            <pc:docMk/>
            <pc:sldMk cId="4014824461" sldId="270"/>
            <ac:spMk id="4" creationId="{E6BA7BAC-93B4-79E1-EFE4-FF4E247EEFBF}"/>
          </ac:spMkLst>
        </pc:spChg>
        <pc:spChg chg="add del mod">
          <ac:chgData name="Loveless, Daniel" userId="6c8649f3-f880-411c-bced-fbb331f61b80" providerId="ADAL" clId="{64277004-7BEB-5D7A-8EAD-86FA75D7BFD6}" dt="2025-09-09T18:46:18.522" v="277"/>
          <ac:spMkLst>
            <pc:docMk/>
            <pc:sldMk cId="4014824461" sldId="270"/>
            <ac:spMk id="6" creationId="{95C1F38C-BAF6-D4C6-E756-2290D4B06EA3}"/>
          </ac:spMkLst>
        </pc:spChg>
        <pc:spChg chg="add mod">
          <ac:chgData name="Loveless, Daniel" userId="6c8649f3-f880-411c-bced-fbb331f61b80" providerId="ADAL" clId="{64277004-7BEB-5D7A-8EAD-86FA75D7BFD6}" dt="2025-09-09T18:46:18.522" v="277"/>
          <ac:spMkLst>
            <pc:docMk/>
            <pc:sldMk cId="4014824461" sldId="270"/>
            <ac:spMk id="7" creationId="{14DE96F0-CB86-C68D-A531-BF8A4BC5D625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71"/>
        </pc:sldMkLst>
        <pc:spChg chg="mod">
          <ac:chgData name="Loveless, Daniel" userId="6c8649f3-f880-411c-bced-fbb331f61b80" providerId="ADAL" clId="{64277004-7BEB-5D7A-8EAD-86FA75D7BFD6}" dt="2025-09-09T18:31:32.977" v="65" actId="113"/>
          <ac:spMkLst>
            <pc:docMk/>
            <pc:sldMk cId="0" sldId="271"/>
            <ac:spMk id="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1"/>
            <ac:spMk id="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1"/>
            <ac:spMk id="6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3122244343" sldId="271"/>
        </pc:sldMkLst>
      </pc:sldChg>
      <pc:sldChg chg="addSp delSp modSp add mod modClrScheme chgLayout">
        <pc:chgData name="Loveless, Daniel" userId="6c8649f3-f880-411c-bced-fbb331f61b80" providerId="ADAL" clId="{64277004-7BEB-5D7A-8EAD-86FA75D7BFD6}" dt="2025-09-09T18:46:33.364" v="281"/>
        <pc:sldMkLst>
          <pc:docMk/>
          <pc:sldMk cId="4031023062" sldId="271"/>
        </pc:sldMkLst>
        <pc:spChg chg="del mod ord">
          <ac:chgData name="Loveless, Daniel" userId="6c8649f3-f880-411c-bced-fbb331f61b80" providerId="ADAL" clId="{64277004-7BEB-5D7A-8EAD-86FA75D7BFD6}" dt="2025-09-09T18:46:28.779" v="279" actId="478"/>
          <ac:spMkLst>
            <pc:docMk/>
            <pc:sldMk cId="4031023062" sldId="271"/>
            <ac:spMk id="4" creationId="{73250206-C315-B8FC-D5D0-F41FAB44363A}"/>
          </ac:spMkLst>
        </pc:spChg>
        <pc:spChg chg="mod ord">
          <ac:chgData name="Loveless, Daniel" userId="6c8649f3-f880-411c-bced-fbb331f61b80" providerId="ADAL" clId="{64277004-7BEB-5D7A-8EAD-86FA75D7BFD6}" dt="2025-09-09T18:46:32.211" v="280" actId="700"/>
          <ac:spMkLst>
            <pc:docMk/>
            <pc:sldMk cId="4031023062" sldId="271"/>
            <ac:spMk id="5" creationId="{522AE27D-08C5-705F-726C-62E3617FCE96}"/>
          </ac:spMkLst>
        </pc:spChg>
        <pc:spChg chg="mod ord">
          <ac:chgData name="Loveless, Daniel" userId="6c8649f3-f880-411c-bced-fbb331f61b80" providerId="ADAL" clId="{64277004-7BEB-5D7A-8EAD-86FA75D7BFD6}" dt="2025-09-09T18:46:32.211" v="280" actId="700"/>
          <ac:spMkLst>
            <pc:docMk/>
            <pc:sldMk cId="4031023062" sldId="271"/>
            <ac:spMk id="6" creationId="{0DFE83B7-CCD3-400C-BFBC-5690102F59CF}"/>
          </ac:spMkLst>
        </pc:spChg>
        <pc:spChg chg="add del mod ord">
          <ac:chgData name="Loveless, Daniel" userId="6c8649f3-f880-411c-bced-fbb331f61b80" providerId="ADAL" clId="{64277004-7BEB-5D7A-8EAD-86FA75D7BFD6}" dt="2025-09-09T18:46:27.122" v="278" actId="700"/>
          <ac:spMkLst>
            <pc:docMk/>
            <pc:sldMk cId="4031023062" sldId="271"/>
            <ac:spMk id="7" creationId="{407E14D8-5D22-2C9D-4F13-17B2FAEB65E8}"/>
          </ac:spMkLst>
        </pc:spChg>
        <pc:spChg chg="add del mod ord">
          <ac:chgData name="Loveless, Daniel" userId="6c8649f3-f880-411c-bced-fbb331f61b80" providerId="ADAL" clId="{64277004-7BEB-5D7A-8EAD-86FA75D7BFD6}" dt="2025-09-09T18:46:32.211" v="280" actId="700"/>
          <ac:spMkLst>
            <pc:docMk/>
            <pc:sldMk cId="4031023062" sldId="271"/>
            <ac:spMk id="8" creationId="{43787694-5A07-573A-F866-FB9FB9464AF8}"/>
          </ac:spMkLst>
        </pc:spChg>
        <pc:spChg chg="add del mod ord">
          <ac:chgData name="Loveless, Daniel" userId="6c8649f3-f880-411c-bced-fbb331f61b80" providerId="ADAL" clId="{64277004-7BEB-5D7A-8EAD-86FA75D7BFD6}" dt="2025-09-09T18:46:32.211" v="280" actId="700"/>
          <ac:spMkLst>
            <pc:docMk/>
            <pc:sldMk cId="4031023062" sldId="271"/>
            <ac:spMk id="10" creationId="{9F5D1F5B-468E-EA11-1225-72E4EE456120}"/>
          </ac:spMkLst>
        </pc:spChg>
        <pc:spChg chg="add del mod ord">
          <ac:chgData name="Loveless, Daniel" userId="6c8649f3-f880-411c-bced-fbb331f61b80" providerId="ADAL" clId="{64277004-7BEB-5D7A-8EAD-86FA75D7BFD6}" dt="2025-09-09T18:46:33.364" v="281"/>
          <ac:spMkLst>
            <pc:docMk/>
            <pc:sldMk cId="4031023062" sldId="271"/>
            <ac:spMk id="11" creationId="{959B7B5C-30EF-8D29-2881-FDCE612F339F}"/>
          </ac:spMkLst>
        </pc:spChg>
        <pc:spChg chg="add mod">
          <ac:chgData name="Loveless, Daniel" userId="6c8649f3-f880-411c-bced-fbb331f61b80" providerId="ADAL" clId="{64277004-7BEB-5D7A-8EAD-86FA75D7BFD6}" dt="2025-09-09T18:46:33.364" v="281"/>
          <ac:spMkLst>
            <pc:docMk/>
            <pc:sldMk cId="4031023062" sldId="271"/>
            <ac:spMk id="12" creationId="{C40C3E5C-77A6-0C66-A2F2-BF7085EAB9B1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72"/>
        </pc:sldMkLst>
        <pc:spChg chg="mod">
          <ac:chgData name="Loveless, Daniel" userId="6c8649f3-f880-411c-bced-fbb331f61b80" providerId="ADAL" clId="{64277004-7BEB-5D7A-8EAD-86FA75D7BFD6}" dt="2025-09-09T18:31:34.991" v="66" actId="113"/>
          <ac:spMkLst>
            <pc:docMk/>
            <pc:sldMk cId="0" sldId="272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2"/>
            <ac:spMk id="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2"/>
            <ac:spMk id="6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2"/>
            <ac:spMk id="7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2"/>
            <ac:spMk id="8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2"/>
            <ac:spMk id="1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2"/>
            <ac:spMk id="1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2"/>
            <ac:spMk id="1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2"/>
            <ac:spMk id="1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2"/>
            <ac:spMk id="16" creationId="{00000000-0000-0000-0000-000000000000}"/>
          </ac:spMkLst>
        </pc:spChg>
      </pc:sldChg>
      <pc:sldChg chg="addSp delSp modSp add mod chgLayout">
        <pc:chgData name="Loveless, Daniel" userId="6c8649f3-f880-411c-bced-fbb331f61b80" providerId="ADAL" clId="{64277004-7BEB-5D7A-8EAD-86FA75D7BFD6}" dt="2025-09-09T18:47:04.262" v="296" actId="404"/>
        <pc:sldMkLst>
          <pc:docMk/>
          <pc:sldMk cId="983890087" sldId="272"/>
        </pc:sldMkLst>
        <pc:spChg chg="del mod ord">
          <ac:chgData name="Loveless, Daniel" userId="6c8649f3-f880-411c-bced-fbb331f61b80" providerId="ADAL" clId="{64277004-7BEB-5D7A-8EAD-86FA75D7BFD6}" dt="2025-09-09T18:46:40.769" v="283" actId="478"/>
          <ac:spMkLst>
            <pc:docMk/>
            <pc:sldMk cId="983890087" sldId="272"/>
            <ac:spMk id="3" creationId="{4A1A1663-03B7-36C1-8D1E-72C83AED34A7}"/>
          </ac:spMkLst>
        </pc:spChg>
        <pc:spChg chg="del mod">
          <ac:chgData name="Loveless, Daniel" userId="6c8649f3-f880-411c-bced-fbb331f61b80" providerId="ADAL" clId="{64277004-7BEB-5D7A-8EAD-86FA75D7BFD6}" dt="2025-09-09T18:46:51.096" v="288" actId="478"/>
          <ac:spMkLst>
            <pc:docMk/>
            <pc:sldMk cId="983890087" sldId="272"/>
            <ac:spMk id="4" creationId="{5E461E75-131C-1D60-4CEB-3AF9110E99A5}"/>
          </ac:spMkLst>
        </pc:spChg>
        <pc:spChg chg="add del mod ord">
          <ac:chgData name="Loveless, Daniel" userId="6c8649f3-f880-411c-bced-fbb331f61b80" providerId="ADAL" clId="{64277004-7BEB-5D7A-8EAD-86FA75D7BFD6}" dt="2025-09-09T18:46:43.529" v="284" actId="700"/>
          <ac:spMkLst>
            <pc:docMk/>
            <pc:sldMk cId="983890087" sldId="272"/>
            <ac:spMk id="17" creationId="{2DD1F9AB-B571-618E-7BA9-14C0266DB249}"/>
          </ac:spMkLst>
        </pc:spChg>
        <pc:spChg chg="add mod ord">
          <ac:chgData name="Loveless, Daniel" userId="6c8649f3-f880-411c-bced-fbb331f61b80" providerId="ADAL" clId="{64277004-7BEB-5D7A-8EAD-86FA75D7BFD6}" dt="2025-09-09T18:46:47.277" v="286"/>
          <ac:spMkLst>
            <pc:docMk/>
            <pc:sldMk cId="983890087" sldId="272"/>
            <ac:spMk id="18" creationId="{1124C4A1-EA56-34AF-348E-4AAAF6029545}"/>
          </ac:spMkLst>
        </pc:spChg>
        <pc:spChg chg="add mod ord">
          <ac:chgData name="Loveless, Daniel" userId="6c8649f3-f880-411c-bced-fbb331f61b80" providerId="ADAL" clId="{64277004-7BEB-5D7A-8EAD-86FA75D7BFD6}" dt="2025-09-09T18:47:04.262" v="296" actId="404"/>
          <ac:spMkLst>
            <pc:docMk/>
            <pc:sldMk cId="983890087" sldId="272"/>
            <ac:spMk id="19" creationId="{445D33A2-DB38-8F76-5CF1-92D945D21A4C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2576525418" sldId="272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73"/>
        </pc:sldMkLst>
        <pc:spChg chg="mod">
          <ac:chgData name="Loveless, Daniel" userId="6c8649f3-f880-411c-bced-fbb331f61b80" providerId="ADAL" clId="{64277004-7BEB-5D7A-8EAD-86FA75D7BFD6}" dt="2025-09-09T18:31:37.607" v="67" actId="113"/>
          <ac:spMkLst>
            <pc:docMk/>
            <pc:sldMk cId="0" sldId="273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3"/>
            <ac:spMk id="4" creationId="{00000000-0000-0000-0000-000000000000}"/>
          </ac:spMkLst>
        </pc:spChg>
      </pc:sldChg>
      <pc:sldChg chg="addSp delSp modSp add mod chgLayout">
        <pc:chgData name="Loveless, Daniel" userId="6c8649f3-f880-411c-bced-fbb331f61b80" providerId="ADAL" clId="{64277004-7BEB-5D7A-8EAD-86FA75D7BFD6}" dt="2025-09-09T18:47:41.707" v="311" actId="404"/>
        <pc:sldMkLst>
          <pc:docMk/>
          <pc:sldMk cId="1901496836" sldId="273"/>
        </pc:sldMkLst>
        <pc:spChg chg="del mod ord">
          <ac:chgData name="Loveless, Daniel" userId="6c8649f3-f880-411c-bced-fbb331f61b80" providerId="ADAL" clId="{64277004-7BEB-5D7A-8EAD-86FA75D7BFD6}" dt="2025-09-09T18:47:11.688" v="298" actId="478"/>
          <ac:spMkLst>
            <pc:docMk/>
            <pc:sldMk cId="1901496836" sldId="273"/>
            <ac:spMk id="3" creationId="{4BC6B8BF-F59F-B527-BCBE-0B27571EBCC1}"/>
          </ac:spMkLst>
        </pc:spChg>
        <pc:spChg chg="del mod">
          <ac:chgData name="Loveless, Daniel" userId="6c8649f3-f880-411c-bced-fbb331f61b80" providerId="ADAL" clId="{64277004-7BEB-5D7A-8EAD-86FA75D7BFD6}" dt="2025-09-09T18:47:21.848" v="303" actId="478"/>
          <ac:spMkLst>
            <pc:docMk/>
            <pc:sldMk cId="1901496836" sldId="273"/>
            <ac:spMk id="4" creationId="{4E0C234C-913C-B0E7-33E1-261646DEC906}"/>
          </ac:spMkLst>
        </pc:spChg>
        <pc:spChg chg="add del mod ord">
          <ac:chgData name="Loveless, Daniel" userId="6c8649f3-f880-411c-bced-fbb331f61b80" providerId="ADAL" clId="{64277004-7BEB-5D7A-8EAD-86FA75D7BFD6}" dt="2025-09-09T18:47:14.093" v="299" actId="700"/>
          <ac:spMkLst>
            <pc:docMk/>
            <pc:sldMk cId="1901496836" sldId="273"/>
            <ac:spMk id="5" creationId="{6D3F302B-92D7-3B89-6578-B8BB90ECA4F2}"/>
          </ac:spMkLst>
        </pc:spChg>
        <pc:spChg chg="add mod ord">
          <ac:chgData name="Loveless, Daniel" userId="6c8649f3-f880-411c-bced-fbb331f61b80" providerId="ADAL" clId="{64277004-7BEB-5D7A-8EAD-86FA75D7BFD6}" dt="2025-09-09T18:47:16.736" v="301"/>
          <ac:spMkLst>
            <pc:docMk/>
            <pc:sldMk cId="1901496836" sldId="273"/>
            <ac:spMk id="6" creationId="{051C2D1D-34C0-A14D-4FDD-146CEBBD0A13}"/>
          </ac:spMkLst>
        </pc:spChg>
        <pc:spChg chg="add mod ord">
          <ac:chgData name="Loveless, Daniel" userId="6c8649f3-f880-411c-bced-fbb331f61b80" providerId="ADAL" clId="{64277004-7BEB-5D7A-8EAD-86FA75D7BFD6}" dt="2025-09-09T18:47:41.707" v="311" actId="404"/>
          <ac:spMkLst>
            <pc:docMk/>
            <pc:sldMk cId="1901496836" sldId="273"/>
            <ac:spMk id="7" creationId="{6883ABCD-3E60-20CE-0FEC-1D38A376C06C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3050301774" sldId="273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74"/>
        </pc:sldMkLst>
        <pc:spChg chg="mod">
          <ac:chgData name="Loveless, Daniel" userId="6c8649f3-f880-411c-bced-fbb331f61b80" providerId="ADAL" clId="{64277004-7BEB-5D7A-8EAD-86FA75D7BFD6}" dt="2025-09-09T18:31:39.959" v="68" actId="113"/>
          <ac:spMkLst>
            <pc:docMk/>
            <pc:sldMk cId="0" sldId="274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4"/>
            <ac:spMk id="3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3147440580" sldId="274"/>
        </pc:sldMkLst>
      </pc:sldChg>
      <pc:sldChg chg="addSp delSp modSp add mod chgLayout">
        <pc:chgData name="Loveless, Daniel" userId="6c8649f3-f880-411c-bced-fbb331f61b80" providerId="ADAL" clId="{64277004-7BEB-5D7A-8EAD-86FA75D7BFD6}" dt="2025-09-09T18:48:26.560" v="325" actId="14100"/>
        <pc:sldMkLst>
          <pc:docMk/>
          <pc:sldMk cId="4170744693" sldId="274"/>
        </pc:sldMkLst>
        <pc:spChg chg="del mod ord">
          <ac:chgData name="Loveless, Daniel" userId="6c8649f3-f880-411c-bced-fbb331f61b80" providerId="ADAL" clId="{64277004-7BEB-5D7A-8EAD-86FA75D7BFD6}" dt="2025-09-09T18:48:16.890" v="322" actId="478"/>
          <ac:spMkLst>
            <pc:docMk/>
            <pc:sldMk cId="4170744693" sldId="274"/>
            <ac:spMk id="2" creationId="{3DD63113-285E-1434-F644-D58767F77B3A}"/>
          </ac:spMkLst>
        </pc:spChg>
        <pc:spChg chg="del mod">
          <ac:chgData name="Loveless, Daniel" userId="6c8649f3-f880-411c-bced-fbb331f61b80" providerId="ADAL" clId="{64277004-7BEB-5D7A-8EAD-86FA75D7BFD6}" dt="2025-09-09T18:47:55.529" v="313" actId="478"/>
          <ac:spMkLst>
            <pc:docMk/>
            <pc:sldMk cId="4170744693" sldId="274"/>
            <ac:spMk id="3" creationId="{1CFD935B-D0F9-F803-A658-40BF0BAC14FC}"/>
          </ac:spMkLst>
        </pc:spChg>
        <pc:spChg chg="add mod ord">
          <ac:chgData name="Loveless, Daniel" userId="6c8649f3-f880-411c-bced-fbb331f61b80" providerId="ADAL" clId="{64277004-7BEB-5D7A-8EAD-86FA75D7BFD6}" dt="2025-09-09T18:48:26.560" v="325" actId="14100"/>
          <ac:spMkLst>
            <pc:docMk/>
            <pc:sldMk cId="4170744693" sldId="274"/>
            <ac:spMk id="6" creationId="{FE2807B8-04B3-9F33-C30A-C5D830651155}"/>
          </ac:spMkLst>
        </pc:spChg>
        <pc:spChg chg="add del mod">
          <ac:chgData name="Loveless, Daniel" userId="6c8649f3-f880-411c-bced-fbb331f61b80" providerId="ADAL" clId="{64277004-7BEB-5D7A-8EAD-86FA75D7BFD6}" dt="2025-09-09T18:48:17.975" v="323"/>
          <ac:spMkLst>
            <pc:docMk/>
            <pc:sldMk cId="4170744693" sldId="274"/>
            <ac:spMk id="8" creationId="{46CF4712-1CD8-3D8B-79E9-1FD756FDF98B}"/>
          </ac:spMkLst>
        </pc:spChg>
        <pc:spChg chg="add mod">
          <ac:chgData name="Loveless, Daniel" userId="6c8649f3-f880-411c-bced-fbb331f61b80" providerId="ADAL" clId="{64277004-7BEB-5D7A-8EAD-86FA75D7BFD6}" dt="2025-09-09T18:48:17.975" v="323"/>
          <ac:spMkLst>
            <pc:docMk/>
            <pc:sldMk cId="4170744693" sldId="274"/>
            <ac:spMk id="9" creationId="{5532C3F0-9EA3-619F-0ECD-DA7F694E430D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75"/>
        </pc:sldMkLst>
        <pc:spChg chg="mod">
          <ac:chgData name="Loveless, Daniel" userId="6c8649f3-f880-411c-bced-fbb331f61b80" providerId="ADAL" clId="{64277004-7BEB-5D7A-8EAD-86FA75D7BFD6}" dt="2025-09-09T18:31:42.363" v="69" actId="113"/>
          <ac:spMkLst>
            <pc:docMk/>
            <pc:sldMk cId="0" sldId="275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5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5"/>
            <ac:spMk id="6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5"/>
            <ac:spMk id="7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5"/>
            <ac:spMk id="8" creationId="{00000000-0000-0000-0000-000000000000}"/>
          </ac:spMkLst>
        </pc:spChg>
      </pc:sldChg>
      <pc:sldChg chg="addSp delSp modSp add mod chgLayout">
        <pc:chgData name="Loveless, Daniel" userId="6c8649f3-f880-411c-bced-fbb331f61b80" providerId="ADAL" clId="{64277004-7BEB-5D7A-8EAD-86FA75D7BFD6}" dt="2025-09-09T18:49:09.519" v="340" actId="20577"/>
        <pc:sldMkLst>
          <pc:docMk/>
          <pc:sldMk cId="572745196" sldId="275"/>
        </pc:sldMkLst>
        <pc:spChg chg="del mod ord">
          <ac:chgData name="Loveless, Daniel" userId="6c8649f3-f880-411c-bced-fbb331f61b80" providerId="ADAL" clId="{64277004-7BEB-5D7A-8EAD-86FA75D7BFD6}" dt="2025-09-09T18:48:34.497" v="327" actId="478"/>
          <ac:spMkLst>
            <pc:docMk/>
            <pc:sldMk cId="572745196" sldId="275"/>
            <ac:spMk id="2" creationId="{2F69912D-5501-C6C9-572B-503FD01DA0CC}"/>
          </ac:spMkLst>
        </pc:spChg>
        <pc:spChg chg="del mod">
          <ac:chgData name="Loveless, Daniel" userId="6c8649f3-f880-411c-bced-fbb331f61b80" providerId="ADAL" clId="{64277004-7BEB-5D7A-8EAD-86FA75D7BFD6}" dt="2025-09-09T18:48:46.969" v="332" actId="478"/>
          <ac:spMkLst>
            <pc:docMk/>
            <pc:sldMk cId="572745196" sldId="275"/>
            <ac:spMk id="3" creationId="{5475AE84-7F40-7BFB-EB4A-4D71C3460EDD}"/>
          </ac:spMkLst>
        </pc:spChg>
        <pc:spChg chg="add del mod ord">
          <ac:chgData name="Loveless, Daniel" userId="6c8649f3-f880-411c-bced-fbb331f61b80" providerId="ADAL" clId="{64277004-7BEB-5D7A-8EAD-86FA75D7BFD6}" dt="2025-09-09T18:48:39.486" v="328" actId="700"/>
          <ac:spMkLst>
            <pc:docMk/>
            <pc:sldMk cId="572745196" sldId="275"/>
            <ac:spMk id="9" creationId="{1F69184B-2544-93A3-B3EB-951AFF2F9E7C}"/>
          </ac:spMkLst>
        </pc:spChg>
        <pc:spChg chg="add mod ord">
          <ac:chgData name="Loveless, Daniel" userId="6c8649f3-f880-411c-bced-fbb331f61b80" providerId="ADAL" clId="{64277004-7BEB-5D7A-8EAD-86FA75D7BFD6}" dt="2025-09-09T18:48:42.335" v="330"/>
          <ac:spMkLst>
            <pc:docMk/>
            <pc:sldMk cId="572745196" sldId="275"/>
            <ac:spMk id="10" creationId="{1FEF468F-1E96-739A-BD82-962E62F2EFFE}"/>
          </ac:spMkLst>
        </pc:spChg>
        <pc:spChg chg="add mod ord">
          <ac:chgData name="Loveless, Daniel" userId="6c8649f3-f880-411c-bced-fbb331f61b80" providerId="ADAL" clId="{64277004-7BEB-5D7A-8EAD-86FA75D7BFD6}" dt="2025-09-09T18:49:09.519" v="340" actId="20577"/>
          <ac:spMkLst>
            <pc:docMk/>
            <pc:sldMk cId="572745196" sldId="275"/>
            <ac:spMk id="11" creationId="{F84707B2-9202-2C59-D961-3D2E353AEC4E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1324599207" sldId="275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76"/>
        </pc:sldMkLst>
        <pc:spChg chg="mod">
          <ac:chgData name="Loveless, Daniel" userId="6c8649f3-f880-411c-bced-fbb331f61b80" providerId="ADAL" clId="{64277004-7BEB-5D7A-8EAD-86FA75D7BFD6}" dt="2025-09-09T18:31:50.103" v="70" actId="113"/>
          <ac:spMkLst>
            <pc:docMk/>
            <pc:sldMk cId="0" sldId="276"/>
            <ac:spMk id="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6"/>
            <ac:spMk id="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6"/>
            <ac:spMk id="6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2516371959" sldId="276"/>
        </pc:sldMkLst>
      </pc:sldChg>
      <pc:sldChg chg="addSp delSp modSp add mod modClrScheme chgLayout">
        <pc:chgData name="Loveless, Daniel" userId="6c8649f3-f880-411c-bced-fbb331f61b80" providerId="ADAL" clId="{64277004-7BEB-5D7A-8EAD-86FA75D7BFD6}" dt="2025-09-09T18:49:47.409" v="361" actId="700"/>
        <pc:sldMkLst>
          <pc:docMk/>
          <pc:sldMk cId="3521319233" sldId="276"/>
        </pc:sldMkLst>
        <pc:spChg chg="del mod ord">
          <ac:chgData name="Loveless, Daniel" userId="6c8649f3-f880-411c-bced-fbb331f61b80" providerId="ADAL" clId="{64277004-7BEB-5D7A-8EAD-86FA75D7BFD6}" dt="2025-09-09T18:49:35.442" v="356" actId="478"/>
          <ac:spMkLst>
            <pc:docMk/>
            <pc:sldMk cId="3521319233" sldId="276"/>
            <ac:spMk id="4" creationId="{6B1FFAB4-CC4E-1660-D8F5-715C084F85F5}"/>
          </ac:spMkLst>
        </pc:spChg>
        <pc:spChg chg="mod ord">
          <ac:chgData name="Loveless, Daniel" userId="6c8649f3-f880-411c-bced-fbb331f61b80" providerId="ADAL" clId="{64277004-7BEB-5D7A-8EAD-86FA75D7BFD6}" dt="2025-09-09T18:49:47.409" v="361" actId="700"/>
          <ac:spMkLst>
            <pc:docMk/>
            <pc:sldMk cId="3521319233" sldId="276"/>
            <ac:spMk id="5" creationId="{D3A12199-3D42-B3A4-53E1-83D556F8DB55}"/>
          </ac:spMkLst>
        </pc:spChg>
        <pc:spChg chg="mod ord">
          <ac:chgData name="Loveless, Daniel" userId="6c8649f3-f880-411c-bced-fbb331f61b80" providerId="ADAL" clId="{64277004-7BEB-5D7A-8EAD-86FA75D7BFD6}" dt="2025-09-09T18:49:47.409" v="361" actId="700"/>
          <ac:spMkLst>
            <pc:docMk/>
            <pc:sldMk cId="3521319233" sldId="276"/>
            <ac:spMk id="6" creationId="{F0EFED0B-FBED-38C8-527B-A5BB25AED815}"/>
          </ac:spMkLst>
        </pc:spChg>
        <pc:spChg chg="add del mod ord">
          <ac:chgData name="Loveless, Daniel" userId="6c8649f3-f880-411c-bced-fbb331f61b80" providerId="ADAL" clId="{64277004-7BEB-5D7A-8EAD-86FA75D7BFD6}" dt="2025-09-09T18:49:37.507" v="357" actId="700"/>
          <ac:spMkLst>
            <pc:docMk/>
            <pc:sldMk cId="3521319233" sldId="276"/>
            <ac:spMk id="7" creationId="{B88D1C58-FDD6-1241-BFB9-7399948EF5B1}"/>
          </ac:spMkLst>
        </pc:spChg>
        <pc:spChg chg="add mod">
          <ac:chgData name="Loveless, Daniel" userId="6c8649f3-f880-411c-bced-fbb331f61b80" providerId="ADAL" clId="{64277004-7BEB-5D7A-8EAD-86FA75D7BFD6}" dt="2025-09-09T18:49:31.199" v="354" actId="207"/>
          <ac:spMkLst>
            <pc:docMk/>
            <pc:sldMk cId="3521319233" sldId="276"/>
            <ac:spMk id="8" creationId="{F9272C0A-5A95-B5B1-72C1-7AF338B18FDA}"/>
          </ac:spMkLst>
        </pc:spChg>
        <pc:spChg chg="add mod ord">
          <ac:chgData name="Loveless, Daniel" userId="6c8649f3-f880-411c-bced-fbb331f61b80" providerId="ADAL" clId="{64277004-7BEB-5D7A-8EAD-86FA75D7BFD6}" dt="2025-09-09T18:49:47.409" v="361" actId="700"/>
          <ac:spMkLst>
            <pc:docMk/>
            <pc:sldMk cId="3521319233" sldId="276"/>
            <ac:spMk id="9" creationId="{1A091C8B-0669-6C48-BE3E-02D773F5126E}"/>
          </ac:spMkLst>
        </pc:spChg>
        <pc:spChg chg="add del mod ord">
          <ac:chgData name="Loveless, Daniel" userId="6c8649f3-f880-411c-bced-fbb331f61b80" providerId="ADAL" clId="{64277004-7BEB-5D7A-8EAD-86FA75D7BFD6}" dt="2025-09-09T18:49:47.409" v="361" actId="700"/>
          <ac:spMkLst>
            <pc:docMk/>
            <pc:sldMk cId="3521319233" sldId="276"/>
            <ac:spMk id="10" creationId="{DB14DF48-32B3-2D5E-1728-CCBD63F4DE0C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77"/>
        </pc:sldMkLst>
        <pc:spChg chg="mod">
          <ac:chgData name="Loveless, Daniel" userId="6c8649f3-f880-411c-bced-fbb331f61b80" providerId="ADAL" clId="{64277004-7BEB-5D7A-8EAD-86FA75D7BFD6}" dt="2025-09-09T18:31:52.290" v="71" actId="113"/>
          <ac:spMkLst>
            <pc:docMk/>
            <pc:sldMk cId="0" sldId="277"/>
            <ac:spMk id="4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7"/>
            <ac:spMk id="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7"/>
            <ac:spMk id="6" creationId="{00000000-0000-0000-0000-000000000000}"/>
          </ac:spMkLst>
        </pc:spChg>
      </pc:sldChg>
      <pc:sldChg chg="addSp delSp modSp add mod modClrScheme chgLayout">
        <pc:chgData name="Loveless, Daniel" userId="6c8649f3-f880-411c-bced-fbb331f61b80" providerId="ADAL" clId="{64277004-7BEB-5D7A-8EAD-86FA75D7BFD6}" dt="2025-09-09T18:50:04.513" v="367"/>
        <pc:sldMkLst>
          <pc:docMk/>
          <pc:sldMk cId="954759410" sldId="277"/>
        </pc:sldMkLst>
        <pc:spChg chg="del mod ord">
          <ac:chgData name="Loveless, Daniel" userId="6c8649f3-f880-411c-bced-fbb331f61b80" providerId="ADAL" clId="{64277004-7BEB-5D7A-8EAD-86FA75D7BFD6}" dt="2025-09-09T18:49:58.010" v="364" actId="478"/>
          <ac:spMkLst>
            <pc:docMk/>
            <pc:sldMk cId="954759410" sldId="277"/>
            <ac:spMk id="4" creationId="{FABE8D97-3E40-74CE-246A-ED40808BAC51}"/>
          </ac:spMkLst>
        </pc:spChg>
        <pc:spChg chg="mod ord">
          <ac:chgData name="Loveless, Daniel" userId="6c8649f3-f880-411c-bced-fbb331f61b80" providerId="ADAL" clId="{64277004-7BEB-5D7A-8EAD-86FA75D7BFD6}" dt="2025-09-09T18:50:00.662" v="365" actId="700"/>
          <ac:spMkLst>
            <pc:docMk/>
            <pc:sldMk cId="954759410" sldId="277"/>
            <ac:spMk id="5" creationId="{3E195C31-FBAC-C4C2-B4A5-516677DC7CC8}"/>
          </ac:spMkLst>
        </pc:spChg>
        <pc:spChg chg="mod ord">
          <ac:chgData name="Loveless, Daniel" userId="6c8649f3-f880-411c-bced-fbb331f61b80" providerId="ADAL" clId="{64277004-7BEB-5D7A-8EAD-86FA75D7BFD6}" dt="2025-09-09T18:50:00.662" v="365" actId="700"/>
          <ac:spMkLst>
            <pc:docMk/>
            <pc:sldMk cId="954759410" sldId="277"/>
            <ac:spMk id="6" creationId="{C04CA455-E438-1679-70E4-12A96276B318}"/>
          </ac:spMkLst>
        </pc:spChg>
        <pc:spChg chg="add del mod ord">
          <ac:chgData name="Loveless, Daniel" userId="6c8649f3-f880-411c-bced-fbb331f61b80" providerId="ADAL" clId="{64277004-7BEB-5D7A-8EAD-86FA75D7BFD6}" dt="2025-09-09T18:50:00.662" v="365" actId="700"/>
          <ac:spMkLst>
            <pc:docMk/>
            <pc:sldMk cId="954759410" sldId="277"/>
            <ac:spMk id="7" creationId="{0AF964FF-F344-DEE1-1D84-DEA2BB34D228}"/>
          </ac:spMkLst>
        </pc:spChg>
        <pc:spChg chg="add mod">
          <ac:chgData name="Loveless, Daniel" userId="6c8649f3-f880-411c-bced-fbb331f61b80" providerId="ADAL" clId="{64277004-7BEB-5D7A-8EAD-86FA75D7BFD6}" dt="2025-09-09T18:49:53.155" v="362"/>
          <ac:spMkLst>
            <pc:docMk/>
            <pc:sldMk cId="954759410" sldId="277"/>
            <ac:spMk id="8" creationId="{D523B50A-3B0A-3810-69D1-84EC737DC29F}"/>
          </ac:spMkLst>
        </pc:spChg>
        <pc:spChg chg="add mod ord">
          <ac:chgData name="Loveless, Daniel" userId="6c8649f3-f880-411c-bced-fbb331f61b80" providerId="ADAL" clId="{64277004-7BEB-5D7A-8EAD-86FA75D7BFD6}" dt="2025-09-09T18:50:04.513" v="367"/>
          <ac:spMkLst>
            <pc:docMk/>
            <pc:sldMk cId="954759410" sldId="277"/>
            <ac:spMk id="9" creationId="{4C483C71-5F89-EDE1-3E12-3D0B580419E9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4267085299" sldId="277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78"/>
        </pc:sldMkLst>
        <pc:spChg chg="mod">
          <ac:chgData name="Loveless, Daniel" userId="6c8649f3-f880-411c-bced-fbb331f61b80" providerId="ADAL" clId="{64277004-7BEB-5D7A-8EAD-86FA75D7BFD6}" dt="2025-09-09T18:31:55.615" v="72" actId="113"/>
          <ac:spMkLst>
            <pc:docMk/>
            <pc:sldMk cId="0" sldId="278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8"/>
            <ac:spMk id="3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974046498" sldId="278"/>
        </pc:sldMkLst>
      </pc:sldChg>
      <pc:sldChg chg="addSp delSp modSp add mod chgLayout">
        <pc:chgData name="Loveless, Daniel" userId="6c8649f3-f880-411c-bced-fbb331f61b80" providerId="ADAL" clId="{64277004-7BEB-5D7A-8EAD-86FA75D7BFD6}" dt="2025-09-09T18:50:45.488" v="384" actId="20577"/>
        <pc:sldMkLst>
          <pc:docMk/>
          <pc:sldMk cId="1802828645" sldId="278"/>
        </pc:sldMkLst>
        <pc:spChg chg="del mod ord">
          <ac:chgData name="Loveless, Daniel" userId="6c8649f3-f880-411c-bced-fbb331f61b80" providerId="ADAL" clId="{64277004-7BEB-5D7A-8EAD-86FA75D7BFD6}" dt="2025-09-09T18:50:16.736" v="370" actId="478"/>
          <ac:spMkLst>
            <pc:docMk/>
            <pc:sldMk cId="1802828645" sldId="278"/>
            <ac:spMk id="2" creationId="{21AEEA79-0173-62C6-CD5F-8E565B879DA6}"/>
          </ac:spMkLst>
        </pc:spChg>
        <pc:spChg chg="del mod">
          <ac:chgData name="Loveless, Daniel" userId="6c8649f3-f880-411c-bced-fbb331f61b80" providerId="ADAL" clId="{64277004-7BEB-5D7A-8EAD-86FA75D7BFD6}" dt="2025-09-09T18:50:28.314" v="375" actId="478"/>
          <ac:spMkLst>
            <pc:docMk/>
            <pc:sldMk cId="1802828645" sldId="278"/>
            <ac:spMk id="3" creationId="{A6417775-E3B7-7644-B34D-40FB26753A39}"/>
          </ac:spMkLst>
        </pc:spChg>
        <pc:spChg chg="add del mod ord">
          <ac:chgData name="Loveless, Daniel" userId="6c8649f3-f880-411c-bced-fbb331f61b80" providerId="ADAL" clId="{64277004-7BEB-5D7A-8EAD-86FA75D7BFD6}" dt="2025-09-09T18:50:20.138" v="371" actId="700"/>
          <ac:spMkLst>
            <pc:docMk/>
            <pc:sldMk cId="1802828645" sldId="278"/>
            <ac:spMk id="5" creationId="{DEDBCBB9-2DE7-5157-0E63-241E9BFF116E}"/>
          </ac:spMkLst>
        </pc:spChg>
        <pc:spChg chg="add mod">
          <ac:chgData name="Loveless, Daniel" userId="6c8649f3-f880-411c-bced-fbb331f61b80" providerId="ADAL" clId="{64277004-7BEB-5D7A-8EAD-86FA75D7BFD6}" dt="2025-09-09T18:50:13.004" v="368"/>
          <ac:spMkLst>
            <pc:docMk/>
            <pc:sldMk cId="1802828645" sldId="278"/>
            <ac:spMk id="6" creationId="{E9805F7F-499D-C88A-3D23-F0006AF29E89}"/>
          </ac:spMkLst>
        </pc:spChg>
        <pc:spChg chg="add mod ord">
          <ac:chgData name="Loveless, Daniel" userId="6c8649f3-f880-411c-bced-fbb331f61b80" providerId="ADAL" clId="{64277004-7BEB-5D7A-8EAD-86FA75D7BFD6}" dt="2025-09-09T18:50:23.398" v="373"/>
          <ac:spMkLst>
            <pc:docMk/>
            <pc:sldMk cId="1802828645" sldId="278"/>
            <ac:spMk id="7" creationId="{6BB66322-0D50-901B-DB50-2915FFF08DFF}"/>
          </ac:spMkLst>
        </pc:spChg>
        <pc:spChg chg="add mod ord">
          <ac:chgData name="Loveless, Daniel" userId="6c8649f3-f880-411c-bced-fbb331f61b80" providerId="ADAL" clId="{64277004-7BEB-5D7A-8EAD-86FA75D7BFD6}" dt="2025-09-09T18:50:45.488" v="384" actId="20577"/>
          <ac:spMkLst>
            <pc:docMk/>
            <pc:sldMk cId="1802828645" sldId="278"/>
            <ac:spMk id="8" creationId="{4C7FB63A-59E2-05A7-FF3A-9AE12FD0CB31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79"/>
        </pc:sldMkLst>
        <pc:spChg chg="mod">
          <ac:chgData name="Loveless, Daniel" userId="6c8649f3-f880-411c-bced-fbb331f61b80" providerId="ADAL" clId="{64277004-7BEB-5D7A-8EAD-86FA75D7BFD6}" dt="2025-09-09T18:32:03.591" v="73" actId="113"/>
          <ac:spMkLst>
            <pc:docMk/>
            <pc:sldMk cId="0" sldId="279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79"/>
            <ac:spMk id="4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4037069378" sldId="279"/>
        </pc:sldMkLst>
      </pc:sldChg>
      <pc:sldChg chg="addSp delSp modSp add mod modClrScheme chgLayout">
        <pc:chgData name="Loveless, Daniel" userId="6c8649f3-f880-411c-bced-fbb331f61b80" providerId="ADAL" clId="{64277004-7BEB-5D7A-8EAD-86FA75D7BFD6}" dt="2025-09-09T18:51:47.108" v="400" actId="14100"/>
        <pc:sldMkLst>
          <pc:docMk/>
          <pc:sldMk cId="4229812356" sldId="279"/>
        </pc:sldMkLst>
        <pc:spChg chg="del mod ord">
          <ac:chgData name="Loveless, Daniel" userId="6c8649f3-f880-411c-bced-fbb331f61b80" providerId="ADAL" clId="{64277004-7BEB-5D7A-8EAD-86FA75D7BFD6}" dt="2025-09-09T18:51:37.451" v="395" actId="478"/>
          <ac:spMkLst>
            <pc:docMk/>
            <pc:sldMk cId="4229812356" sldId="279"/>
            <ac:spMk id="3" creationId="{8BA4DDE4-FD56-D71E-8237-46651F3488F3}"/>
          </ac:spMkLst>
        </pc:spChg>
        <pc:spChg chg="del">
          <ac:chgData name="Loveless, Daniel" userId="6c8649f3-f880-411c-bced-fbb331f61b80" providerId="ADAL" clId="{64277004-7BEB-5D7A-8EAD-86FA75D7BFD6}" dt="2025-09-09T18:51:20.699" v="391" actId="478"/>
          <ac:spMkLst>
            <pc:docMk/>
            <pc:sldMk cId="4229812356" sldId="279"/>
            <ac:spMk id="4" creationId="{EB8B4876-76DF-4F47-5BA9-DE08C5C286B7}"/>
          </ac:spMkLst>
        </pc:spChg>
        <pc:spChg chg="add del mod ord">
          <ac:chgData name="Loveless, Daniel" userId="6c8649f3-f880-411c-bced-fbb331f61b80" providerId="ADAL" clId="{64277004-7BEB-5D7A-8EAD-86FA75D7BFD6}" dt="2025-09-09T18:51:22.758" v="392"/>
          <ac:spMkLst>
            <pc:docMk/>
            <pc:sldMk cId="4229812356" sldId="279"/>
            <ac:spMk id="6" creationId="{1F8C52BA-8879-BC48-A341-9A461389BDDF}"/>
          </ac:spMkLst>
        </pc:spChg>
        <pc:spChg chg="add mod">
          <ac:chgData name="Loveless, Daniel" userId="6c8649f3-f880-411c-bced-fbb331f61b80" providerId="ADAL" clId="{64277004-7BEB-5D7A-8EAD-86FA75D7BFD6}" dt="2025-09-09T18:50:55.073" v="385"/>
          <ac:spMkLst>
            <pc:docMk/>
            <pc:sldMk cId="4229812356" sldId="279"/>
            <ac:spMk id="7" creationId="{EE52B739-A073-1978-9049-50562879CE29}"/>
          </ac:spMkLst>
        </pc:spChg>
        <pc:spChg chg="add mod ord">
          <ac:chgData name="Loveless, Daniel" userId="6c8649f3-f880-411c-bced-fbb331f61b80" providerId="ADAL" clId="{64277004-7BEB-5D7A-8EAD-86FA75D7BFD6}" dt="2025-09-09T18:51:47.108" v="400" actId="14100"/>
          <ac:spMkLst>
            <pc:docMk/>
            <pc:sldMk cId="4229812356" sldId="279"/>
            <ac:spMk id="8" creationId="{33ED4050-9284-E300-04D7-34A027AC75CC}"/>
          </ac:spMkLst>
        </pc:spChg>
        <pc:spChg chg="add del mod ord">
          <ac:chgData name="Loveless, Daniel" userId="6c8649f3-f880-411c-bced-fbb331f61b80" providerId="ADAL" clId="{64277004-7BEB-5D7A-8EAD-86FA75D7BFD6}" dt="2025-09-09T18:51:42.271" v="397" actId="700"/>
          <ac:spMkLst>
            <pc:docMk/>
            <pc:sldMk cId="4229812356" sldId="279"/>
            <ac:spMk id="9" creationId="{4927B366-0E89-CE2E-BAF2-CD6AF3FC8929}"/>
          </ac:spMkLst>
        </pc:spChg>
        <pc:spChg chg="add mod ord">
          <ac:chgData name="Loveless, Daniel" userId="6c8649f3-f880-411c-bced-fbb331f61b80" providerId="ADAL" clId="{64277004-7BEB-5D7A-8EAD-86FA75D7BFD6}" dt="2025-09-09T18:51:45.157" v="399"/>
          <ac:spMkLst>
            <pc:docMk/>
            <pc:sldMk cId="4229812356" sldId="279"/>
            <ac:spMk id="10" creationId="{37A1C47C-CDAC-E2CB-C2E4-635EDBA2CD08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80"/>
        </pc:sldMkLst>
        <pc:spChg chg="mod">
          <ac:chgData name="Loveless, Daniel" userId="6c8649f3-f880-411c-bced-fbb331f61b80" providerId="ADAL" clId="{64277004-7BEB-5D7A-8EAD-86FA75D7BFD6}" dt="2025-09-09T18:32:06.288" v="74" actId="113"/>
          <ac:spMkLst>
            <pc:docMk/>
            <pc:sldMk cId="0" sldId="280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80"/>
            <ac:spMk id="5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80"/>
            <ac:spMk id="6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591521364" sldId="280"/>
        </pc:sldMkLst>
      </pc:sldChg>
      <pc:sldChg chg="addSp delSp modSp add mod modClrScheme chgLayout">
        <pc:chgData name="Loveless, Daniel" userId="6c8649f3-f880-411c-bced-fbb331f61b80" providerId="ADAL" clId="{64277004-7BEB-5D7A-8EAD-86FA75D7BFD6}" dt="2025-09-09T18:51:57.928" v="405"/>
        <pc:sldMkLst>
          <pc:docMk/>
          <pc:sldMk cId="2039440078" sldId="280"/>
        </pc:sldMkLst>
        <pc:spChg chg="del mod ord">
          <ac:chgData name="Loveless, Daniel" userId="6c8649f3-f880-411c-bced-fbb331f61b80" providerId="ADAL" clId="{64277004-7BEB-5D7A-8EAD-86FA75D7BFD6}" dt="2025-09-09T18:51:52.776" v="402" actId="478"/>
          <ac:spMkLst>
            <pc:docMk/>
            <pc:sldMk cId="2039440078" sldId="280"/>
            <ac:spMk id="3" creationId="{D5B9A25B-6FED-48A9-011B-746CFB4194B9}"/>
          </ac:spMkLst>
        </pc:spChg>
        <pc:spChg chg="mod ord">
          <ac:chgData name="Loveless, Daniel" userId="6c8649f3-f880-411c-bced-fbb331f61b80" providerId="ADAL" clId="{64277004-7BEB-5D7A-8EAD-86FA75D7BFD6}" dt="2025-09-09T18:51:54.657" v="403" actId="700"/>
          <ac:spMkLst>
            <pc:docMk/>
            <pc:sldMk cId="2039440078" sldId="280"/>
            <ac:spMk id="5" creationId="{28A45B64-F671-C55C-8641-B2EAB8213048}"/>
          </ac:spMkLst>
        </pc:spChg>
        <pc:spChg chg="mod ord">
          <ac:chgData name="Loveless, Daniel" userId="6c8649f3-f880-411c-bced-fbb331f61b80" providerId="ADAL" clId="{64277004-7BEB-5D7A-8EAD-86FA75D7BFD6}" dt="2025-09-09T18:51:54.657" v="403" actId="700"/>
          <ac:spMkLst>
            <pc:docMk/>
            <pc:sldMk cId="2039440078" sldId="280"/>
            <ac:spMk id="6" creationId="{7E139C30-F646-D3AD-B69E-8E0E6B507FCC}"/>
          </ac:spMkLst>
        </pc:spChg>
        <pc:spChg chg="add del mod ord">
          <ac:chgData name="Loveless, Daniel" userId="6c8649f3-f880-411c-bced-fbb331f61b80" providerId="ADAL" clId="{64277004-7BEB-5D7A-8EAD-86FA75D7BFD6}" dt="2025-09-09T18:51:54.657" v="403" actId="700"/>
          <ac:spMkLst>
            <pc:docMk/>
            <pc:sldMk cId="2039440078" sldId="280"/>
            <ac:spMk id="7" creationId="{A4DCC97E-A133-0266-E06F-8307AF60A9C2}"/>
          </ac:spMkLst>
        </pc:spChg>
        <pc:spChg chg="add mod">
          <ac:chgData name="Loveless, Daniel" userId="6c8649f3-f880-411c-bced-fbb331f61b80" providerId="ADAL" clId="{64277004-7BEB-5D7A-8EAD-86FA75D7BFD6}" dt="2025-09-09T18:50:58.528" v="386"/>
          <ac:spMkLst>
            <pc:docMk/>
            <pc:sldMk cId="2039440078" sldId="280"/>
            <ac:spMk id="8" creationId="{44C4E79D-CAE0-E29D-EDBD-D1E03D516B40}"/>
          </ac:spMkLst>
        </pc:spChg>
        <pc:spChg chg="add mod ord">
          <ac:chgData name="Loveless, Daniel" userId="6c8649f3-f880-411c-bced-fbb331f61b80" providerId="ADAL" clId="{64277004-7BEB-5D7A-8EAD-86FA75D7BFD6}" dt="2025-09-09T18:51:57.928" v="405"/>
          <ac:spMkLst>
            <pc:docMk/>
            <pc:sldMk cId="2039440078" sldId="280"/>
            <ac:spMk id="9" creationId="{A6EF722C-A02F-379D-E4AB-F9A376309ECD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81"/>
        </pc:sldMkLst>
        <pc:spChg chg="mod">
          <ac:chgData name="Loveless, Daniel" userId="6c8649f3-f880-411c-bced-fbb331f61b80" providerId="ADAL" clId="{64277004-7BEB-5D7A-8EAD-86FA75D7BFD6}" dt="2025-09-09T18:32:08.338" v="75" actId="113"/>
          <ac:spMkLst>
            <pc:docMk/>
            <pc:sldMk cId="0" sldId="281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81"/>
            <ac:spMk id="4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1546346263" sldId="281"/>
        </pc:sldMkLst>
      </pc:sldChg>
      <pc:sldChg chg="addSp delSp modSp add mod chgLayout">
        <pc:chgData name="Loveless, Daniel" userId="6c8649f3-f880-411c-bced-fbb331f61b80" providerId="ADAL" clId="{64277004-7BEB-5D7A-8EAD-86FA75D7BFD6}" dt="2025-09-09T18:52:25.883" v="421" actId="20577"/>
        <pc:sldMkLst>
          <pc:docMk/>
          <pc:sldMk cId="2901450683" sldId="281"/>
        </pc:sldMkLst>
        <pc:spChg chg="del mod ord">
          <ac:chgData name="Loveless, Daniel" userId="6c8649f3-f880-411c-bced-fbb331f61b80" providerId="ADAL" clId="{64277004-7BEB-5D7A-8EAD-86FA75D7BFD6}" dt="2025-09-09T18:52:04.955" v="407" actId="478"/>
          <ac:spMkLst>
            <pc:docMk/>
            <pc:sldMk cId="2901450683" sldId="281"/>
            <ac:spMk id="3" creationId="{FCD85A92-A906-C9B6-ED17-C969E5BEA159}"/>
          </ac:spMkLst>
        </pc:spChg>
        <pc:spChg chg="del mod">
          <ac:chgData name="Loveless, Daniel" userId="6c8649f3-f880-411c-bced-fbb331f61b80" providerId="ADAL" clId="{64277004-7BEB-5D7A-8EAD-86FA75D7BFD6}" dt="2025-09-09T18:52:13.368" v="412" actId="478"/>
          <ac:spMkLst>
            <pc:docMk/>
            <pc:sldMk cId="2901450683" sldId="281"/>
            <ac:spMk id="4" creationId="{1CC4776B-C5D7-66B1-315F-8BE3DB7D2726}"/>
          </ac:spMkLst>
        </pc:spChg>
        <pc:spChg chg="add del mod ord">
          <ac:chgData name="Loveless, Daniel" userId="6c8649f3-f880-411c-bced-fbb331f61b80" providerId="ADAL" clId="{64277004-7BEB-5D7A-8EAD-86FA75D7BFD6}" dt="2025-09-09T18:52:07.071" v="408" actId="700"/>
          <ac:spMkLst>
            <pc:docMk/>
            <pc:sldMk cId="2901450683" sldId="281"/>
            <ac:spMk id="6" creationId="{C35718B8-31F8-E203-337E-565096FA4DD6}"/>
          </ac:spMkLst>
        </pc:spChg>
        <pc:spChg chg="add mod">
          <ac:chgData name="Loveless, Daniel" userId="6c8649f3-f880-411c-bced-fbb331f61b80" providerId="ADAL" clId="{64277004-7BEB-5D7A-8EAD-86FA75D7BFD6}" dt="2025-09-09T18:50:59.880" v="387"/>
          <ac:spMkLst>
            <pc:docMk/>
            <pc:sldMk cId="2901450683" sldId="281"/>
            <ac:spMk id="7" creationId="{BF92CA00-0E61-59D4-DC19-D62B448D64C0}"/>
          </ac:spMkLst>
        </pc:spChg>
        <pc:spChg chg="add mod ord">
          <ac:chgData name="Loveless, Daniel" userId="6c8649f3-f880-411c-bced-fbb331f61b80" providerId="ADAL" clId="{64277004-7BEB-5D7A-8EAD-86FA75D7BFD6}" dt="2025-09-09T18:52:09.893" v="410"/>
          <ac:spMkLst>
            <pc:docMk/>
            <pc:sldMk cId="2901450683" sldId="281"/>
            <ac:spMk id="8" creationId="{2799699A-54B0-162B-35B9-AEAF1A0DF4B8}"/>
          </ac:spMkLst>
        </pc:spChg>
        <pc:spChg chg="add mod ord">
          <ac:chgData name="Loveless, Daniel" userId="6c8649f3-f880-411c-bced-fbb331f61b80" providerId="ADAL" clId="{64277004-7BEB-5D7A-8EAD-86FA75D7BFD6}" dt="2025-09-09T18:52:25.883" v="421" actId="20577"/>
          <ac:spMkLst>
            <pc:docMk/>
            <pc:sldMk cId="2901450683" sldId="281"/>
            <ac:spMk id="9" creationId="{A7E43103-5F57-BC52-2F1C-3AC769ACA5BB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82"/>
        </pc:sldMkLst>
        <pc:spChg chg="mod">
          <ac:chgData name="Loveless, Daniel" userId="6c8649f3-f880-411c-bced-fbb331f61b80" providerId="ADAL" clId="{64277004-7BEB-5D7A-8EAD-86FA75D7BFD6}" dt="2025-09-09T18:32:10.303" v="76" actId="113"/>
          <ac:spMkLst>
            <pc:docMk/>
            <pc:sldMk cId="0" sldId="282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82"/>
            <ac:spMk id="4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862069812" sldId="282"/>
        </pc:sldMkLst>
      </pc:sldChg>
      <pc:sldChg chg="addSp delSp modSp add mod chgLayout">
        <pc:chgData name="Loveless, Daniel" userId="6c8649f3-f880-411c-bced-fbb331f61b80" providerId="ADAL" clId="{64277004-7BEB-5D7A-8EAD-86FA75D7BFD6}" dt="2025-09-09T18:53:19.371" v="439" actId="14100"/>
        <pc:sldMkLst>
          <pc:docMk/>
          <pc:sldMk cId="1701513989" sldId="282"/>
        </pc:sldMkLst>
        <pc:spChg chg="del mod ord">
          <ac:chgData name="Loveless, Daniel" userId="6c8649f3-f880-411c-bced-fbb331f61b80" providerId="ADAL" clId="{64277004-7BEB-5D7A-8EAD-86FA75D7BFD6}" dt="2025-09-09T18:53:11.149" v="435" actId="478"/>
          <ac:spMkLst>
            <pc:docMk/>
            <pc:sldMk cId="1701513989" sldId="282"/>
            <ac:spMk id="3" creationId="{6A092C48-248D-D882-BE11-86123D452D80}"/>
          </ac:spMkLst>
        </pc:spChg>
        <pc:spChg chg="del mod">
          <ac:chgData name="Loveless, Daniel" userId="6c8649f3-f880-411c-bced-fbb331f61b80" providerId="ADAL" clId="{64277004-7BEB-5D7A-8EAD-86FA75D7BFD6}" dt="2025-09-09T18:52:51.747" v="425" actId="478"/>
          <ac:spMkLst>
            <pc:docMk/>
            <pc:sldMk cId="1701513989" sldId="282"/>
            <ac:spMk id="4" creationId="{E3DAF78B-48A1-9F42-543A-833776021620}"/>
          </ac:spMkLst>
        </pc:spChg>
        <pc:spChg chg="add del mod ord">
          <ac:chgData name="Loveless, Daniel" userId="6c8649f3-f880-411c-bced-fbb331f61b80" providerId="ADAL" clId="{64277004-7BEB-5D7A-8EAD-86FA75D7BFD6}" dt="2025-09-09T18:52:48.076" v="423" actId="700"/>
          <ac:spMkLst>
            <pc:docMk/>
            <pc:sldMk cId="1701513989" sldId="282"/>
            <ac:spMk id="6" creationId="{A71D5673-C8CE-8491-C9A5-626E7708C26E}"/>
          </ac:spMkLst>
        </pc:spChg>
        <pc:spChg chg="add mod">
          <ac:chgData name="Loveless, Daniel" userId="6c8649f3-f880-411c-bced-fbb331f61b80" providerId="ADAL" clId="{64277004-7BEB-5D7A-8EAD-86FA75D7BFD6}" dt="2025-09-09T18:51:01.152" v="388"/>
          <ac:spMkLst>
            <pc:docMk/>
            <pc:sldMk cId="1701513989" sldId="282"/>
            <ac:spMk id="7" creationId="{07FF3683-209C-CB0B-4CCF-C5C0D60F1100}"/>
          </ac:spMkLst>
        </pc:spChg>
        <pc:spChg chg="add mod ord">
          <ac:chgData name="Loveless, Daniel" userId="6c8649f3-f880-411c-bced-fbb331f61b80" providerId="ADAL" clId="{64277004-7BEB-5D7A-8EAD-86FA75D7BFD6}" dt="2025-09-09T18:53:19.371" v="439" actId="14100"/>
          <ac:spMkLst>
            <pc:docMk/>
            <pc:sldMk cId="1701513989" sldId="282"/>
            <ac:spMk id="8" creationId="{D40C286B-522D-1F21-BA93-96073B1BB5F6}"/>
          </ac:spMkLst>
        </pc:spChg>
        <pc:spChg chg="add mod ord">
          <ac:chgData name="Loveless, Daniel" userId="6c8649f3-f880-411c-bced-fbb331f61b80" providerId="ADAL" clId="{64277004-7BEB-5D7A-8EAD-86FA75D7BFD6}" dt="2025-09-09T18:53:16.797" v="438"/>
          <ac:spMkLst>
            <pc:docMk/>
            <pc:sldMk cId="1701513989" sldId="282"/>
            <ac:spMk id="9" creationId="{DA8394F0-A5BE-BE98-BCEF-3F6C3F06C926}"/>
          </ac:spMkLst>
        </pc:spChg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83"/>
        </pc:sldMkLst>
        <pc:spChg chg="mod">
          <ac:chgData name="Loveless, Daniel" userId="6c8649f3-f880-411c-bced-fbb331f61b80" providerId="ADAL" clId="{64277004-7BEB-5D7A-8EAD-86FA75D7BFD6}" dt="2025-09-09T18:32:12.249" v="77" actId="113"/>
          <ac:spMkLst>
            <pc:docMk/>
            <pc:sldMk cId="0" sldId="283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83"/>
            <ac:spMk id="4" creationId="{00000000-0000-0000-0000-000000000000}"/>
          </ac:spMkLst>
        </pc:spChg>
      </pc:sldChg>
      <pc:sldChg chg="addSp delSp modSp add mod chgLayout">
        <pc:chgData name="Loveless, Daniel" userId="6c8649f3-f880-411c-bced-fbb331f61b80" providerId="ADAL" clId="{64277004-7BEB-5D7A-8EAD-86FA75D7BFD6}" dt="2025-09-09T18:54:19.287" v="475" actId="403"/>
        <pc:sldMkLst>
          <pc:docMk/>
          <pc:sldMk cId="2028335060" sldId="283"/>
        </pc:sldMkLst>
        <pc:spChg chg="del mod ord">
          <ac:chgData name="Loveless, Daniel" userId="6c8649f3-f880-411c-bced-fbb331f61b80" providerId="ADAL" clId="{64277004-7BEB-5D7A-8EAD-86FA75D7BFD6}" dt="2025-09-09T18:53:29.185" v="442" actId="478"/>
          <ac:spMkLst>
            <pc:docMk/>
            <pc:sldMk cId="2028335060" sldId="283"/>
            <ac:spMk id="3" creationId="{F86366A0-7D8D-38E0-7113-11E97F18F241}"/>
          </ac:spMkLst>
        </pc:spChg>
        <pc:spChg chg="del mod">
          <ac:chgData name="Loveless, Daniel" userId="6c8649f3-f880-411c-bced-fbb331f61b80" providerId="ADAL" clId="{64277004-7BEB-5D7A-8EAD-86FA75D7BFD6}" dt="2025-09-09T18:53:37.745" v="447" actId="478"/>
          <ac:spMkLst>
            <pc:docMk/>
            <pc:sldMk cId="2028335060" sldId="283"/>
            <ac:spMk id="4" creationId="{D801DC3E-3D57-A92E-5B71-0D6A3B70451C}"/>
          </ac:spMkLst>
        </pc:spChg>
        <pc:spChg chg="add del mod ord">
          <ac:chgData name="Loveless, Daniel" userId="6c8649f3-f880-411c-bced-fbb331f61b80" providerId="ADAL" clId="{64277004-7BEB-5D7A-8EAD-86FA75D7BFD6}" dt="2025-09-09T18:53:25.987" v="440" actId="700"/>
          <ac:spMkLst>
            <pc:docMk/>
            <pc:sldMk cId="2028335060" sldId="283"/>
            <ac:spMk id="6" creationId="{7E2B5442-06DC-9D7F-4894-EED55AE6A25D}"/>
          </ac:spMkLst>
        </pc:spChg>
        <pc:spChg chg="add mod">
          <ac:chgData name="Loveless, Daniel" userId="6c8649f3-f880-411c-bced-fbb331f61b80" providerId="ADAL" clId="{64277004-7BEB-5D7A-8EAD-86FA75D7BFD6}" dt="2025-09-09T18:51:02.584" v="389"/>
          <ac:spMkLst>
            <pc:docMk/>
            <pc:sldMk cId="2028335060" sldId="283"/>
            <ac:spMk id="7" creationId="{F319517D-7D27-14AD-82F9-172F6AA63AA1}"/>
          </ac:spMkLst>
        </pc:spChg>
        <pc:spChg chg="add del mod ord">
          <ac:chgData name="Loveless, Daniel" userId="6c8649f3-f880-411c-bced-fbb331f61b80" providerId="ADAL" clId="{64277004-7BEB-5D7A-8EAD-86FA75D7BFD6}" dt="2025-09-09T18:53:31.043" v="443" actId="700"/>
          <ac:spMkLst>
            <pc:docMk/>
            <pc:sldMk cId="2028335060" sldId="283"/>
            <ac:spMk id="8" creationId="{574517DC-9A9B-EC5E-C087-D7A9FB7B4ED3}"/>
          </ac:spMkLst>
        </pc:spChg>
        <pc:spChg chg="add mod ord">
          <ac:chgData name="Loveless, Daniel" userId="6c8649f3-f880-411c-bced-fbb331f61b80" providerId="ADAL" clId="{64277004-7BEB-5D7A-8EAD-86FA75D7BFD6}" dt="2025-09-09T18:53:34.198" v="445"/>
          <ac:spMkLst>
            <pc:docMk/>
            <pc:sldMk cId="2028335060" sldId="283"/>
            <ac:spMk id="9" creationId="{0A5E469D-64EF-FCB4-3913-F0852410745A}"/>
          </ac:spMkLst>
        </pc:spChg>
        <pc:spChg chg="add mod ord">
          <ac:chgData name="Loveless, Daniel" userId="6c8649f3-f880-411c-bced-fbb331f61b80" providerId="ADAL" clId="{64277004-7BEB-5D7A-8EAD-86FA75D7BFD6}" dt="2025-09-09T18:54:19.287" v="475" actId="403"/>
          <ac:spMkLst>
            <pc:docMk/>
            <pc:sldMk cId="2028335060" sldId="283"/>
            <ac:spMk id="10" creationId="{F79FDC5F-91D8-6DC5-A052-6BF65D586956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2556441402" sldId="283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284"/>
        </pc:sldMkLst>
        <pc:spChg chg="mod">
          <ac:chgData name="Loveless, Daniel" userId="6c8649f3-f880-411c-bced-fbb331f61b80" providerId="ADAL" clId="{64277004-7BEB-5D7A-8EAD-86FA75D7BFD6}" dt="2025-09-09T18:32:14.559" v="78" actId="113"/>
          <ac:spMkLst>
            <pc:docMk/>
            <pc:sldMk cId="0" sldId="284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284"/>
            <ac:spMk id="4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2424598957" sldId="284"/>
        </pc:sldMkLst>
      </pc:sldChg>
      <pc:sldChg chg="addSp delSp modSp add mod chgLayout">
        <pc:chgData name="Loveless, Daniel" userId="6c8649f3-f880-411c-bced-fbb331f61b80" providerId="ADAL" clId="{64277004-7BEB-5D7A-8EAD-86FA75D7BFD6}" dt="2025-09-09T18:54:56.140" v="492" actId="20577"/>
        <pc:sldMkLst>
          <pc:docMk/>
          <pc:sldMk cId="3401158155" sldId="284"/>
        </pc:sldMkLst>
        <pc:spChg chg="del mod ord">
          <ac:chgData name="Loveless, Daniel" userId="6c8649f3-f880-411c-bced-fbb331f61b80" providerId="ADAL" clId="{64277004-7BEB-5D7A-8EAD-86FA75D7BFD6}" dt="2025-09-09T18:54:30.981" v="478" actId="478"/>
          <ac:spMkLst>
            <pc:docMk/>
            <pc:sldMk cId="3401158155" sldId="284"/>
            <ac:spMk id="3" creationId="{A3DE2292-27C4-7022-4B93-CB5CA387F77C}"/>
          </ac:spMkLst>
        </pc:spChg>
        <pc:spChg chg="del mod">
          <ac:chgData name="Loveless, Daniel" userId="6c8649f3-f880-411c-bced-fbb331f61b80" providerId="ADAL" clId="{64277004-7BEB-5D7A-8EAD-86FA75D7BFD6}" dt="2025-09-09T18:54:41.075" v="483" actId="478"/>
          <ac:spMkLst>
            <pc:docMk/>
            <pc:sldMk cId="3401158155" sldId="284"/>
            <ac:spMk id="4" creationId="{569632E7-C138-C86F-41B1-6DE2329CE6B2}"/>
          </ac:spMkLst>
        </pc:spChg>
        <pc:spChg chg="add del mod ord">
          <ac:chgData name="Loveless, Daniel" userId="6c8649f3-f880-411c-bced-fbb331f61b80" providerId="ADAL" clId="{64277004-7BEB-5D7A-8EAD-86FA75D7BFD6}" dt="2025-09-09T18:54:28.122" v="476" actId="700"/>
          <ac:spMkLst>
            <pc:docMk/>
            <pc:sldMk cId="3401158155" sldId="284"/>
            <ac:spMk id="6" creationId="{D784C494-81D4-D23F-FE1E-CE9FEBE78318}"/>
          </ac:spMkLst>
        </pc:spChg>
        <pc:spChg chg="add mod">
          <ac:chgData name="Loveless, Daniel" userId="6c8649f3-f880-411c-bced-fbb331f61b80" providerId="ADAL" clId="{64277004-7BEB-5D7A-8EAD-86FA75D7BFD6}" dt="2025-09-09T18:51:03.949" v="390"/>
          <ac:spMkLst>
            <pc:docMk/>
            <pc:sldMk cId="3401158155" sldId="284"/>
            <ac:spMk id="7" creationId="{5BC41425-FC6E-61C7-BBD6-247B6DD3D05A}"/>
          </ac:spMkLst>
        </pc:spChg>
        <pc:spChg chg="add del mod ord">
          <ac:chgData name="Loveless, Daniel" userId="6c8649f3-f880-411c-bced-fbb331f61b80" providerId="ADAL" clId="{64277004-7BEB-5D7A-8EAD-86FA75D7BFD6}" dt="2025-09-09T18:54:34.142" v="479" actId="700"/>
          <ac:spMkLst>
            <pc:docMk/>
            <pc:sldMk cId="3401158155" sldId="284"/>
            <ac:spMk id="8" creationId="{496E9EC9-1408-70DC-C3A2-0AB935E571FB}"/>
          </ac:spMkLst>
        </pc:spChg>
        <pc:spChg chg="add mod ord">
          <ac:chgData name="Loveless, Daniel" userId="6c8649f3-f880-411c-bced-fbb331f61b80" providerId="ADAL" clId="{64277004-7BEB-5D7A-8EAD-86FA75D7BFD6}" dt="2025-09-09T18:54:36.894" v="481"/>
          <ac:spMkLst>
            <pc:docMk/>
            <pc:sldMk cId="3401158155" sldId="284"/>
            <ac:spMk id="9" creationId="{18420630-9EC2-7F1C-7511-E8B1263B9694}"/>
          </ac:spMkLst>
        </pc:spChg>
        <pc:spChg chg="add mod ord">
          <ac:chgData name="Loveless, Daniel" userId="6c8649f3-f880-411c-bced-fbb331f61b80" providerId="ADAL" clId="{64277004-7BEB-5D7A-8EAD-86FA75D7BFD6}" dt="2025-09-09T18:54:56.140" v="492" actId="20577"/>
          <ac:spMkLst>
            <pc:docMk/>
            <pc:sldMk cId="3401158155" sldId="284"/>
            <ac:spMk id="10" creationId="{39932BE9-D22A-C50A-CC74-59F91E318985}"/>
          </ac:spMkLst>
        </pc:spChg>
      </pc:sldChg>
      <pc:sldChg chg="del">
        <pc:chgData name="Loveless, Daniel" userId="6c8649f3-f880-411c-bced-fbb331f61b80" providerId="ADAL" clId="{64277004-7BEB-5D7A-8EAD-86FA75D7BFD6}" dt="2025-09-09T18:23:40.622" v="26" actId="2696"/>
        <pc:sldMkLst>
          <pc:docMk/>
          <pc:sldMk cId="1013962782" sldId="382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0" sldId="383"/>
        </pc:sldMkLst>
        <pc:spChg chg="mod">
          <ac:chgData name="Loveless, Daniel" userId="6c8649f3-f880-411c-bced-fbb331f61b80" providerId="ADAL" clId="{64277004-7BEB-5D7A-8EAD-86FA75D7BFD6}" dt="2025-09-09T18:30:13.095" v="47" actId="947"/>
          <ac:spMkLst>
            <pc:docMk/>
            <pc:sldMk cId="0" sldId="383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383"/>
            <ac:spMk id="3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383"/>
            <ac:spMk id="6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383"/>
            <ac:spMk id="7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0" sldId="383"/>
            <ac:spMk id="8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3111779386" sldId="383"/>
        </pc:sldMkLst>
      </pc:sldChg>
      <pc:sldChg chg="addSp delSp modSp add mod chgLayout">
        <pc:chgData name="Loveless, Daniel" userId="6c8649f3-f880-411c-bced-fbb331f61b80" providerId="ADAL" clId="{64277004-7BEB-5D7A-8EAD-86FA75D7BFD6}" dt="2025-09-09T18:38:20.991" v="141"/>
        <pc:sldMkLst>
          <pc:docMk/>
          <pc:sldMk cId="3822125221" sldId="383"/>
        </pc:sldMkLst>
        <pc:spChg chg="del mod ord">
          <ac:chgData name="Loveless, Daniel" userId="6c8649f3-f880-411c-bced-fbb331f61b80" providerId="ADAL" clId="{64277004-7BEB-5D7A-8EAD-86FA75D7BFD6}" dt="2025-09-09T18:38:15.975" v="138" actId="478"/>
          <ac:spMkLst>
            <pc:docMk/>
            <pc:sldMk cId="3822125221" sldId="383"/>
            <ac:spMk id="2" creationId="{46E865C8-FFA7-8C63-B942-127A41383F55}"/>
          </ac:spMkLst>
        </pc:spChg>
        <pc:spChg chg="del mod">
          <ac:chgData name="Loveless, Daniel" userId="6c8649f3-f880-411c-bced-fbb331f61b80" providerId="ADAL" clId="{64277004-7BEB-5D7A-8EAD-86FA75D7BFD6}" dt="2025-09-09T18:38:04.845" v="134" actId="478"/>
          <ac:spMkLst>
            <pc:docMk/>
            <pc:sldMk cId="3822125221" sldId="383"/>
            <ac:spMk id="3" creationId="{175F10F1-8BCE-98E3-D4F9-A34BBC55B7E3}"/>
          </ac:spMkLst>
        </pc:spChg>
        <pc:spChg chg="add mod ord">
          <ac:chgData name="Loveless, Daniel" userId="6c8649f3-f880-411c-bced-fbb331f61b80" providerId="ADAL" clId="{64277004-7BEB-5D7A-8EAD-86FA75D7BFD6}" dt="2025-09-09T18:38:17.829" v="139" actId="700"/>
          <ac:spMkLst>
            <pc:docMk/>
            <pc:sldMk cId="3822125221" sldId="383"/>
            <ac:spMk id="9" creationId="{5486F963-B69B-E073-D17D-A5BDE4CDFADC}"/>
          </ac:spMkLst>
        </pc:spChg>
        <pc:spChg chg="add mod ord">
          <ac:chgData name="Loveless, Daniel" userId="6c8649f3-f880-411c-bced-fbb331f61b80" providerId="ADAL" clId="{64277004-7BEB-5D7A-8EAD-86FA75D7BFD6}" dt="2025-09-09T18:38:20.991" v="141"/>
          <ac:spMkLst>
            <pc:docMk/>
            <pc:sldMk cId="3822125221" sldId="383"/>
            <ac:spMk id="10" creationId="{D53771F4-712A-4514-0443-2251E95FC93E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1395078674" sldId="25544"/>
        </pc:sldMkLst>
      </pc:sldChg>
      <pc:sldChg chg="modSp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2343639443" sldId="25544"/>
        </pc:sldMkLst>
        <pc:spChg chg="mod">
          <ac:chgData name="Loveless, Daniel" userId="6c8649f3-f880-411c-bced-fbb331f61b80" providerId="ADAL" clId="{64277004-7BEB-5D7A-8EAD-86FA75D7BFD6}" dt="2025-09-09T18:32:48.704" v="95" actId="20577"/>
          <ac:spMkLst>
            <pc:docMk/>
            <pc:sldMk cId="2343639443" sldId="25544"/>
            <ac:spMk id="2" creationId="{7C11214A-EA98-8762-3D51-A711AEE32FD9}"/>
          </ac:spMkLst>
        </pc:spChg>
        <pc:spChg chg="mod">
          <ac:chgData name="Loveless, Daniel" userId="6c8649f3-f880-411c-bced-fbb331f61b80" providerId="ADAL" clId="{64277004-7BEB-5D7A-8EAD-86FA75D7BFD6}" dt="2025-09-09T18:32:22.485" v="88" actId="113"/>
          <ac:spMkLst>
            <pc:docMk/>
            <pc:sldMk cId="2343639443" sldId="25544"/>
            <ac:spMk id="4" creationId="{9F98444E-4F20-BC38-E3B8-3031C9AB41C6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k cId="2343639443" sldId="25544"/>
            <ac:spMk id="9" creationId="{F7D9B329-EB03-2976-79BB-6B32F8682FF4}"/>
          </ac:spMkLst>
        </pc:spChg>
        <pc:spChg chg="mod">
          <ac:chgData name="Loveless, Daniel" userId="6c8649f3-f880-411c-bced-fbb331f61b80" providerId="ADAL" clId="{64277004-7BEB-5D7A-8EAD-86FA75D7BFD6}" dt="2025-09-09T18:32:31.097" v="89" actId="20577"/>
          <ac:spMkLst>
            <pc:docMk/>
            <pc:sldMk cId="2343639443" sldId="25544"/>
            <ac:spMk id="10" creationId="{0402DFB3-A1B0-C2E0-EA7E-F3246AAA23D8}"/>
          </ac:spMkLst>
        </pc:spChg>
        <pc:graphicFrameChg chg="mod modGraphic">
          <ac:chgData name="Loveless, Daniel" userId="6c8649f3-f880-411c-bced-fbb331f61b80" providerId="ADAL" clId="{64277004-7BEB-5D7A-8EAD-86FA75D7BFD6}" dt="2025-09-09T18:32:41.775" v="93" actId="113"/>
          <ac:graphicFrameMkLst>
            <pc:docMk/>
            <pc:sldMk cId="2343639443" sldId="25544"/>
            <ac:graphicFrameMk id="5" creationId="{DB198A70-FD50-2FC8-CAEF-2C0AE2C75F7D}"/>
          </ac:graphicFrameMkLst>
        </pc:graphicFrameChg>
        <pc:graphicFrameChg chg="mod modGraphic">
          <ac:chgData name="Loveless, Daniel" userId="6c8649f3-f880-411c-bced-fbb331f61b80" providerId="ADAL" clId="{64277004-7BEB-5D7A-8EAD-86FA75D7BFD6}" dt="2025-09-09T18:32:40.278" v="92" actId="113"/>
          <ac:graphicFrameMkLst>
            <pc:docMk/>
            <pc:sldMk cId="2343639443" sldId="25544"/>
            <ac:graphicFrameMk id="6" creationId="{9D3C22F3-3B7C-6538-8005-B67B26913904}"/>
          </ac:graphicFrameMkLst>
        </pc:graphicFrameChg>
      </pc:sldChg>
      <pc:sldChg chg="addSp delSp modSp add mod modClrScheme chgLayout modNotesTx">
        <pc:chgData name="Loveless, Daniel" userId="6c8649f3-f880-411c-bced-fbb331f61b80" providerId="ADAL" clId="{64277004-7BEB-5D7A-8EAD-86FA75D7BFD6}" dt="2025-09-09T19:34:25.822" v="2607" actId="20577"/>
        <pc:sldMkLst>
          <pc:docMk/>
          <pc:sldMk cId="2674173523" sldId="25544"/>
        </pc:sldMkLst>
        <pc:spChg chg="mod ord">
          <ac:chgData name="Loveless, Daniel" userId="6c8649f3-f880-411c-bced-fbb331f61b80" providerId="ADAL" clId="{64277004-7BEB-5D7A-8EAD-86FA75D7BFD6}" dt="2025-09-09T18:55:02.475" v="493" actId="700"/>
          <ac:spMkLst>
            <pc:docMk/>
            <pc:sldMk cId="2674173523" sldId="25544"/>
            <ac:spMk id="2" creationId="{E33ECECA-C826-F754-13FE-413D392B74AA}"/>
          </ac:spMkLst>
        </pc:spChg>
        <pc:spChg chg="mod ord">
          <ac:chgData name="Loveless, Daniel" userId="6c8649f3-f880-411c-bced-fbb331f61b80" providerId="ADAL" clId="{64277004-7BEB-5D7A-8EAD-86FA75D7BFD6}" dt="2025-09-09T19:28:09.312" v="2309" actId="20577"/>
          <ac:spMkLst>
            <pc:docMk/>
            <pc:sldMk cId="2674173523" sldId="25544"/>
            <ac:spMk id="4" creationId="{708F9C36-66EB-3480-C8C1-949568A31814}"/>
          </ac:spMkLst>
        </pc:spChg>
        <pc:spChg chg="add del mod">
          <ac:chgData name="Loveless, Daniel" userId="6c8649f3-f880-411c-bced-fbb331f61b80" providerId="ADAL" clId="{64277004-7BEB-5D7A-8EAD-86FA75D7BFD6}" dt="2025-09-09T19:19:10.119" v="1961" actId="12788"/>
          <ac:spMkLst>
            <pc:docMk/>
            <pc:sldMk cId="2674173523" sldId="25544"/>
            <ac:spMk id="9" creationId="{B34C41F5-7B42-D580-EACC-6244BC534E58}"/>
          </ac:spMkLst>
        </pc:spChg>
        <pc:spChg chg="del">
          <ac:chgData name="Loveless, Daniel" userId="6c8649f3-f880-411c-bced-fbb331f61b80" providerId="ADAL" clId="{64277004-7BEB-5D7A-8EAD-86FA75D7BFD6}" dt="2025-09-09T18:57:06.271" v="664" actId="478"/>
          <ac:spMkLst>
            <pc:docMk/>
            <pc:sldMk cId="2674173523" sldId="25544"/>
            <ac:spMk id="10" creationId="{1F221866-3FE2-9C3F-EF2C-66EDEA09C4BF}"/>
          </ac:spMkLst>
        </pc:spChg>
        <pc:graphicFrameChg chg="mod">
          <ac:chgData name="Loveless, Daniel" userId="6c8649f3-f880-411c-bced-fbb331f61b80" providerId="ADAL" clId="{64277004-7BEB-5D7A-8EAD-86FA75D7BFD6}" dt="2025-09-09T19:19:10.119" v="1961" actId="12788"/>
          <ac:graphicFrameMkLst>
            <pc:docMk/>
            <pc:sldMk cId="2674173523" sldId="25544"/>
            <ac:graphicFrameMk id="5" creationId="{89B63DA5-9986-C932-7C78-1F82DE3FF87F}"/>
          </ac:graphicFrameMkLst>
        </pc:graphicFrameChg>
        <pc:graphicFrameChg chg="mod modGraphic">
          <ac:chgData name="Loveless, Daniel" userId="6c8649f3-f880-411c-bced-fbb331f61b80" providerId="ADAL" clId="{64277004-7BEB-5D7A-8EAD-86FA75D7BFD6}" dt="2025-09-09T19:19:10.119" v="1961" actId="12788"/>
          <ac:graphicFrameMkLst>
            <pc:docMk/>
            <pc:sldMk cId="2674173523" sldId="25544"/>
            <ac:graphicFrameMk id="6" creationId="{EDE09DC0-C33F-B595-4828-AEB8CDC834BF}"/>
          </ac:graphicFrameMkLst>
        </pc:graphicFrameChg>
      </pc:sldChg>
      <pc:sldChg chg="add modNotesTx">
        <pc:chgData name="Loveless, Daniel" userId="6c8649f3-f880-411c-bced-fbb331f61b80" providerId="ADAL" clId="{64277004-7BEB-5D7A-8EAD-86FA75D7BFD6}" dt="2025-09-09T18:55:59.845" v="631" actId="20577"/>
        <pc:sldMkLst>
          <pc:docMk/>
          <pc:sldMk cId="193762585" sldId="25545"/>
        </pc:sldMkLst>
      </pc:sldChg>
      <pc:sldChg chg="delSp modSp add del mod">
        <pc:chgData name="Loveless, Daniel" userId="6c8649f3-f880-411c-bced-fbb331f61b80" providerId="ADAL" clId="{64277004-7BEB-5D7A-8EAD-86FA75D7BFD6}" dt="2025-09-09T18:33:47.479" v="97" actId="2696"/>
        <pc:sldMkLst>
          <pc:docMk/>
          <pc:sldMk cId="3049261111" sldId="25545"/>
        </pc:sldMkLst>
        <pc:spChg chg="mod">
          <ac:chgData name="Loveless, Daniel" userId="6c8649f3-f880-411c-bced-fbb331f61b80" providerId="ADAL" clId="{64277004-7BEB-5D7A-8EAD-86FA75D7BFD6}" dt="2025-09-09T18:24:36.935" v="29" actId="113"/>
          <ac:spMkLst>
            <pc:docMk/>
            <pc:sldMk cId="3049261111" sldId="25545"/>
            <ac:spMk id="2" creationId="{00000000-0000-0000-0000-000000000000}"/>
          </ac:spMkLst>
        </pc:spChg>
        <pc:grpChg chg="del">
          <ac:chgData name="Loveless, Daniel" userId="6c8649f3-f880-411c-bced-fbb331f61b80" providerId="ADAL" clId="{64277004-7BEB-5D7A-8EAD-86FA75D7BFD6}" dt="2025-09-09T18:23:31.742" v="24" actId="478"/>
          <ac:grpSpMkLst>
            <pc:docMk/>
            <pc:sldMk cId="3049261111" sldId="25545"/>
            <ac:grpSpMk id="6" creationId="{25E6A829-0955-0B15-8803-F70EF1D086C5}"/>
          </ac:grpSpMkLst>
        </pc:grpChg>
        <pc:picChg chg="mod">
          <ac:chgData name="Loveless, Daniel" userId="6c8649f3-f880-411c-bced-fbb331f61b80" providerId="ADAL" clId="{64277004-7BEB-5D7A-8EAD-86FA75D7BFD6}" dt="2025-09-09T18:23:35.359" v="25" actId="1076"/>
          <ac:picMkLst>
            <pc:docMk/>
            <pc:sldMk cId="3049261111" sldId="25545"/>
            <ac:picMk id="7" creationId="{9D285ECA-BF22-0650-6939-5BDB28692843}"/>
          </ac:picMkLst>
        </pc:picChg>
        <pc:picChg chg="mod">
          <ac:chgData name="Loveless, Daniel" userId="6c8649f3-f880-411c-bced-fbb331f61b80" providerId="ADAL" clId="{64277004-7BEB-5D7A-8EAD-86FA75D7BFD6}" dt="2025-09-09T18:23:35.359" v="25" actId="1076"/>
          <ac:picMkLst>
            <pc:docMk/>
            <pc:sldMk cId="3049261111" sldId="25545"/>
            <ac:picMk id="9" creationId="{B6CFAF5C-F490-54C0-8E3C-785534B55DD8}"/>
          </ac:picMkLst>
        </pc:picChg>
      </pc:sldChg>
      <pc:sldChg chg="modSp add del mod">
        <pc:chgData name="Loveless, Daniel" userId="6c8649f3-f880-411c-bced-fbb331f61b80" providerId="ADAL" clId="{64277004-7BEB-5D7A-8EAD-86FA75D7BFD6}" dt="2025-09-09T18:23:11.399" v="3"/>
        <pc:sldMkLst>
          <pc:docMk/>
          <pc:sldMk cId="3550193187" sldId="25545"/>
        </pc:sldMkLst>
        <pc:spChg chg="mod">
          <ac:chgData name="Loveless, Daniel" userId="6c8649f3-f880-411c-bced-fbb331f61b80" providerId="ADAL" clId="{64277004-7BEB-5D7A-8EAD-86FA75D7BFD6}" dt="2025-09-09T18:23:11.399" v="3"/>
          <ac:spMkLst>
            <pc:docMk/>
            <pc:sldMk cId="3550193187" sldId="25545"/>
            <ac:spMk id="2" creationId="{00000000-0000-0000-0000-000000000000}"/>
          </ac:spMkLst>
        </pc:spChg>
      </pc:sldChg>
      <pc:sldChg chg="add del">
        <pc:chgData name="Loveless, Daniel" userId="6c8649f3-f880-411c-bced-fbb331f61b80" providerId="ADAL" clId="{64277004-7BEB-5D7A-8EAD-86FA75D7BFD6}" dt="2025-09-09T18:33:53.754" v="99"/>
        <pc:sldMkLst>
          <pc:docMk/>
          <pc:sldMk cId="3588861328" sldId="25545"/>
        </pc:sldMkLst>
      </pc:sldChg>
      <pc:sldChg chg="delSp modSp add mod modNotesTx">
        <pc:chgData name="Loveless, Daniel" userId="6c8649f3-f880-411c-bced-fbb331f61b80" providerId="ADAL" clId="{64277004-7BEB-5D7A-8EAD-86FA75D7BFD6}" dt="2025-09-09T19:34:30.317" v="2608" actId="20577"/>
        <pc:sldMkLst>
          <pc:docMk/>
          <pc:sldMk cId="1541428702" sldId="25546"/>
        </pc:sldMkLst>
        <pc:spChg chg="mod">
          <ac:chgData name="Loveless, Daniel" userId="6c8649f3-f880-411c-bced-fbb331f61b80" providerId="ADAL" clId="{64277004-7BEB-5D7A-8EAD-86FA75D7BFD6}" dt="2025-09-09T19:31:29.486" v="2433" actId="404"/>
          <ac:spMkLst>
            <pc:docMk/>
            <pc:sldMk cId="1541428702" sldId="25546"/>
            <ac:spMk id="4" creationId="{D91B9B56-9CF3-DFFA-7A92-728778CD8449}"/>
          </ac:spMkLst>
        </pc:spChg>
        <pc:spChg chg="del">
          <ac:chgData name="Loveless, Daniel" userId="6c8649f3-f880-411c-bced-fbb331f61b80" providerId="ADAL" clId="{64277004-7BEB-5D7A-8EAD-86FA75D7BFD6}" dt="2025-09-09T19:30:15.481" v="2384" actId="478"/>
          <ac:spMkLst>
            <pc:docMk/>
            <pc:sldMk cId="1541428702" sldId="25546"/>
            <ac:spMk id="9" creationId="{51758295-A1C3-F1A4-8459-E3A9BB047925}"/>
          </ac:spMkLst>
        </pc:spChg>
        <pc:graphicFrameChg chg="del">
          <ac:chgData name="Loveless, Daniel" userId="6c8649f3-f880-411c-bced-fbb331f61b80" providerId="ADAL" clId="{64277004-7BEB-5D7A-8EAD-86FA75D7BFD6}" dt="2025-09-09T19:30:15.481" v="2384" actId="478"/>
          <ac:graphicFrameMkLst>
            <pc:docMk/>
            <pc:sldMk cId="1541428702" sldId="25546"/>
            <ac:graphicFrameMk id="5" creationId="{BB92C02A-20D0-BD38-5F11-C60F16429381}"/>
          </ac:graphicFrameMkLst>
        </pc:graphicFrameChg>
        <pc:graphicFrameChg chg="del">
          <ac:chgData name="Loveless, Daniel" userId="6c8649f3-f880-411c-bced-fbb331f61b80" providerId="ADAL" clId="{64277004-7BEB-5D7A-8EAD-86FA75D7BFD6}" dt="2025-09-09T19:30:15.481" v="2384" actId="478"/>
          <ac:graphicFrameMkLst>
            <pc:docMk/>
            <pc:sldMk cId="1541428702" sldId="25546"/>
            <ac:graphicFrameMk id="6" creationId="{FAF636D3-1081-8ABA-B97A-7662C4435B92}"/>
          </ac:graphicFrameMkLst>
        </pc:graphicFrameChg>
      </pc:sldChg>
      <pc:sldChg chg="modSp add mod modNotesTx">
        <pc:chgData name="Loveless, Daniel" userId="6c8649f3-f880-411c-bced-fbb331f61b80" providerId="ADAL" clId="{64277004-7BEB-5D7A-8EAD-86FA75D7BFD6}" dt="2025-09-09T19:34:32.638" v="2609" actId="20577"/>
        <pc:sldMkLst>
          <pc:docMk/>
          <pc:sldMk cId="3895378997" sldId="25547"/>
        </pc:sldMkLst>
        <pc:spChg chg="mod">
          <ac:chgData name="Loveless, Daniel" userId="6c8649f3-f880-411c-bced-fbb331f61b80" providerId="ADAL" clId="{64277004-7BEB-5D7A-8EAD-86FA75D7BFD6}" dt="2025-09-09T19:34:04.305" v="2606" actId="20577"/>
          <ac:spMkLst>
            <pc:docMk/>
            <pc:sldMk cId="3895378997" sldId="25547"/>
            <ac:spMk id="4" creationId="{89225990-2D47-DBF3-0398-B8D889949BD2}"/>
          </ac:spMkLst>
        </pc:spChg>
      </pc:sldChg>
      <pc:sldMasterChg chg="delSp modSp mod modSldLayout">
        <pc:chgData name="Loveless, Daniel" userId="6c8649f3-f880-411c-bced-fbb331f61b80" providerId="ADAL" clId="{64277004-7BEB-5D7A-8EAD-86FA75D7BFD6}" dt="2025-09-09T18:39:05.023" v="150" actId="478"/>
        <pc:sldMasterMkLst>
          <pc:docMk/>
          <pc:sldMasterMk cId="3987547720" sldId="2147484231"/>
        </pc:sldMasterMkLst>
        <pc:spChg chg="del mod">
          <ac:chgData name="Loveless, Daniel" userId="6c8649f3-f880-411c-bced-fbb331f61b80" providerId="ADAL" clId="{64277004-7BEB-5D7A-8EAD-86FA75D7BFD6}" dt="2025-09-09T18:34:33.520" v="106" actId="478"/>
          <ac:spMkLst>
            <pc:docMk/>
            <pc:sldMasterMk cId="3987547720" sldId="2147484231"/>
            <ac:spMk id="12" creationId="{00000000-0000-0000-0000-000000000000}"/>
          </ac:spMkLst>
        </pc:sp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3987547720" sldId="2147484231"/>
            <pc:sldLayoutMk cId="4112940285" sldId="2147484242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3987547720" sldId="2147484231"/>
              <pc:sldLayoutMk cId="4112940285" sldId="2147484242"/>
              <ac:spMk id="7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3987547720" sldId="2147484231"/>
              <pc:sldLayoutMk cId="4112940285" sldId="2147484242"/>
              <ac:spMk id="10" creationId="{00000000-0000-0000-0000-000000000000}"/>
            </ac:spMkLst>
          </pc:spChg>
        </pc:sldLayoutChg>
        <pc:sldLayoutChg chg="addSp delSp modSp mod">
          <pc:chgData name="Loveless, Daniel" userId="6c8649f3-f880-411c-bced-fbb331f61b80" providerId="ADAL" clId="{64277004-7BEB-5D7A-8EAD-86FA75D7BFD6}" dt="2025-09-09T18:37:39.370" v="130" actId="14100"/>
          <pc:sldLayoutMkLst>
            <pc:docMk/>
            <pc:sldMasterMk cId="3987547720" sldId="2147484231"/>
            <pc:sldLayoutMk cId="3702550548" sldId="2147484313"/>
          </pc:sldLayoutMkLst>
          <pc:spChg chg="add mod">
            <ac:chgData name="Loveless, Daniel" userId="6c8649f3-f880-411c-bced-fbb331f61b80" providerId="ADAL" clId="{64277004-7BEB-5D7A-8EAD-86FA75D7BFD6}" dt="2025-09-09T18:35:21.042" v="107"/>
            <ac:spMkLst>
              <pc:docMk/>
              <pc:sldMasterMk cId="3987547720" sldId="2147484231"/>
              <pc:sldLayoutMk cId="3702550548" sldId="2147484313"/>
              <ac:spMk id="2" creationId="{3D87C03B-99FB-9C18-7872-6C9610609B1B}"/>
            </ac:spMkLst>
          </pc:spChg>
          <pc:spChg chg="add del mod">
            <ac:chgData name="Loveless, Daniel" userId="6c8649f3-f880-411c-bced-fbb331f61b80" providerId="ADAL" clId="{64277004-7BEB-5D7A-8EAD-86FA75D7BFD6}" dt="2025-09-09T18:37:12.947" v="124" actId="478"/>
            <ac:spMkLst>
              <pc:docMk/>
              <pc:sldMasterMk cId="3987547720" sldId="2147484231"/>
              <pc:sldLayoutMk cId="3702550548" sldId="2147484313"/>
              <ac:spMk id="3" creationId="{37D83EE7-C9C2-3AFC-24ED-8D934DF2A69C}"/>
            </ac:spMkLst>
          </pc:spChg>
          <pc:spChg chg="add del">
            <ac:chgData name="Loveless, Daniel" userId="6c8649f3-f880-411c-bced-fbb331f61b80" providerId="ADAL" clId="{64277004-7BEB-5D7A-8EAD-86FA75D7BFD6}" dt="2025-09-09T18:37:25.915" v="125" actId="11529"/>
            <ac:spMkLst>
              <pc:docMk/>
              <pc:sldMasterMk cId="3987547720" sldId="2147484231"/>
              <pc:sldLayoutMk cId="3702550548" sldId="2147484313"/>
              <ac:spMk id="7" creationId="{C075F570-2F58-8F8E-711E-48BFA8D161B2}"/>
            </ac:spMkLst>
          </pc:spChg>
          <pc:spChg chg="add mod">
            <ac:chgData name="Loveless, Daniel" userId="6c8649f3-f880-411c-bced-fbb331f61b80" providerId="ADAL" clId="{64277004-7BEB-5D7A-8EAD-86FA75D7BFD6}" dt="2025-09-09T18:37:39.370" v="130" actId="14100"/>
            <ac:spMkLst>
              <pc:docMk/>
              <pc:sldMasterMk cId="3987547720" sldId="2147484231"/>
              <pc:sldLayoutMk cId="3702550548" sldId="2147484313"/>
              <ac:spMk id="8" creationId="{5DD3C5F3-DB87-7166-EB07-A4D33D19AF35}"/>
            </ac:spMkLst>
          </pc:spChg>
          <pc:spChg chg="mod">
            <ac:chgData name="Loveless, Daniel" userId="6c8649f3-f880-411c-bced-fbb331f61b80" providerId="ADAL" clId="{64277004-7BEB-5D7A-8EAD-86FA75D7BFD6}" dt="2025-09-09T18:34:26.957" v="105" actId="113"/>
            <ac:spMkLst>
              <pc:docMk/>
              <pc:sldMasterMk cId="3987547720" sldId="2147484231"/>
              <pc:sldLayoutMk cId="3702550548" sldId="2147484313"/>
              <ac:spMk id="26" creationId="{D37AC3B4-8A5F-CC32-DF48-5CE1E4AEF619}"/>
            </ac:spMkLst>
          </pc:spChg>
        </pc:sldLayoutChg>
        <pc:sldLayoutChg chg="delSp mod">
          <pc:chgData name="Loveless, Daniel" userId="6c8649f3-f880-411c-bced-fbb331f61b80" providerId="ADAL" clId="{64277004-7BEB-5D7A-8EAD-86FA75D7BFD6}" dt="2025-09-09T18:39:05.023" v="150" actId="478"/>
          <pc:sldLayoutMkLst>
            <pc:docMk/>
            <pc:sldMasterMk cId="3987547720" sldId="2147484231"/>
            <pc:sldLayoutMk cId="585136609" sldId="2147484314"/>
          </pc:sldLayoutMkLst>
          <pc:spChg chg="del">
            <ac:chgData name="Loveless, Daniel" userId="6c8649f3-f880-411c-bced-fbb331f61b80" providerId="ADAL" clId="{64277004-7BEB-5D7A-8EAD-86FA75D7BFD6}" dt="2025-09-09T18:39:05.023" v="150" actId="478"/>
            <ac:spMkLst>
              <pc:docMk/>
              <pc:sldMasterMk cId="3987547720" sldId="2147484231"/>
              <pc:sldLayoutMk cId="585136609" sldId="2147484314"/>
              <ac:spMk id="8" creationId="{5DD3C5F3-DB87-7166-EB07-A4D33D19AF35}"/>
            </ac:spMkLst>
          </pc:spChg>
        </pc:sldLayoutChg>
      </pc:sldMasterChg>
      <pc:sldMasterChg chg="del modSldLayout">
        <pc:chgData name="Loveless, Daniel" userId="6c8649f3-f880-411c-bced-fbb331f61b80" providerId="ADAL" clId="{64277004-7BEB-5D7A-8EAD-86FA75D7BFD6}" dt="2025-09-09T18:34:15.299" v="102" actId="2696"/>
        <pc:sldMasterMkLst>
          <pc:docMk/>
          <pc:sldMasterMk cId="625353907" sldId="2147484247"/>
        </pc:sldMasterMkLst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625353907" sldId="2147484247"/>
            <pc:sldLayoutMk cId="0" sldId="2147484248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625353907" sldId="2147484247"/>
              <pc:sldLayoutMk cId="0" sldId="2147484248"/>
              <ac:spMk id="7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625353907" sldId="2147484247"/>
              <pc:sldLayoutMk cId="0" sldId="2147484248"/>
              <ac:spMk id="10" creationId="{00000000-0000-0000-0000-000000000000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625353907" sldId="2147484247"/>
            <pc:sldLayoutMk cId="1975019389" sldId="2147484307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625353907" sldId="2147484247"/>
              <pc:sldLayoutMk cId="1975019389" sldId="2147484307"/>
              <ac:spMk id="2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625353907" sldId="2147484247"/>
              <pc:sldLayoutMk cId="1975019389" sldId="2147484307"/>
              <ac:spMk id="3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625353907" sldId="2147484247"/>
              <pc:sldLayoutMk cId="1975019389" sldId="2147484307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625353907" sldId="2147484247"/>
              <pc:sldLayoutMk cId="1975019389" sldId="2147484307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625353907" sldId="2147484247"/>
              <pc:sldLayoutMk cId="1975019389" sldId="2147484307"/>
              <ac:spMk id="6" creationId="{00000000-0000-0000-0000-000000000000}"/>
            </ac:spMkLst>
          </pc:spChg>
        </pc:sldLayoutChg>
      </pc:sldMasterChg>
      <pc:sldMasterChg chg="modSp del delSldLayout modSldLayout">
        <pc:chgData name="Loveless, Daniel" userId="6c8649f3-f880-411c-bced-fbb331f61b80" providerId="ADAL" clId="{64277004-7BEB-5D7A-8EAD-86FA75D7BFD6}" dt="2025-09-09T18:34:13.823" v="101" actId="2696"/>
        <pc:sldMasterMkLst>
          <pc:docMk/>
          <pc:sldMasterMk cId="538146531" sldId="2147484249"/>
        </pc:sldMasterMkLst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asterMk cId="538146531" sldId="2147484249"/>
            <ac:spMk id="2" creationId="{00000000-0000-0000-0000-000000000000}"/>
          </ac:spMkLst>
        </pc:spChg>
        <pc:spChg chg="mod">
          <ac:chgData name="Loveless, Daniel" userId="6c8649f3-f880-411c-bced-fbb331f61b80" providerId="ADAL" clId="{64277004-7BEB-5D7A-8EAD-86FA75D7BFD6}" dt="2025-09-09T18:24:30.642" v="28"/>
          <ac:spMkLst>
            <pc:docMk/>
            <pc:sldMasterMk cId="538146531" sldId="2147484249"/>
            <ac:spMk id="1156" creationId="{00000000-0000-0000-0000-000000000000}"/>
          </ac:spMkLst>
        </pc:sp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538146531" sldId="2147484249"/>
            <pc:sldLayoutMk cId="0" sldId="2147484250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0" sldId="2147484250"/>
              <ac:spMk id="5" creationId="{00000000-0000-0000-0000-000000000000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9:34.080" v="41"/>
          <pc:sldLayoutMkLst>
            <pc:docMk/>
            <pc:sldMasterMk cId="538146531" sldId="2147484249"/>
            <pc:sldLayoutMk cId="4101567982" sldId="2147484255"/>
          </pc:sldLayoutMkLst>
          <pc:spChg chg="mod">
            <ac:chgData name="Loveless, Daniel" userId="6c8649f3-f880-411c-bced-fbb331f61b80" providerId="ADAL" clId="{64277004-7BEB-5D7A-8EAD-86FA75D7BFD6}" dt="2025-09-09T18:29:34.080" v="41"/>
            <ac:spMkLst>
              <pc:docMk/>
              <pc:sldMasterMk cId="538146531" sldId="2147484249"/>
              <pc:sldLayoutMk cId="4101567982" sldId="2147484255"/>
              <ac:spMk id="3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9:34.080" v="41"/>
            <ac:spMkLst>
              <pc:docMk/>
              <pc:sldMasterMk cId="538146531" sldId="2147484249"/>
              <pc:sldLayoutMk cId="4101567982" sldId="2147484255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4101567982" sldId="2147484255"/>
              <ac:spMk id="8" creationId="{96C4D8F5-CC1E-9B43-A3F6-CC28933C425D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4101567982" sldId="2147484255"/>
              <ac:spMk id="9" creationId="{CF3A8DF9-22BA-4546-A07D-1C617CB2A96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4101567982" sldId="2147484255"/>
              <ac:spMk id="10" creationId="{F2B7DE69-6DD0-324A-BEB6-E6DAB192BB37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538146531" sldId="2147484249"/>
            <pc:sldLayoutMk cId="3355166322" sldId="2147484256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355166322" sldId="2147484256"/>
              <ac:spMk id="6" creationId="{AEE77317-9557-F24F-8A4C-700090F693C4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355166322" sldId="2147484256"/>
              <ac:spMk id="7" creationId="{7102A6BC-B644-F144-9953-894038135E79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355166322" sldId="2147484256"/>
              <ac:spMk id="8" creationId="{FA8657B8-154D-894F-8777-BF884FD0DB2E}"/>
            </ac:spMkLst>
          </pc:spChg>
        </pc:sldLayoutChg>
        <pc:sldLayoutChg chg="modSp del">
          <pc:chgData name="Loveless, Daniel" userId="6c8649f3-f880-411c-bced-fbb331f61b80" providerId="ADAL" clId="{64277004-7BEB-5D7A-8EAD-86FA75D7BFD6}" dt="2025-09-09T18:33:47.479" v="97" actId="2696"/>
          <pc:sldLayoutMkLst>
            <pc:docMk/>
            <pc:sldMasterMk cId="538146531" sldId="2147484249"/>
            <pc:sldLayoutMk cId="3560461446" sldId="2147484305"/>
          </pc:sldLayoutMkLst>
          <pc:spChg chg="mod">
            <ac:chgData name="Loveless, Daniel" userId="6c8649f3-f880-411c-bced-fbb331f61b80" providerId="ADAL" clId="{64277004-7BEB-5D7A-8EAD-86FA75D7BFD6}" dt="2025-09-09T18:29:34.080" v="41"/>
            <ac:spMkLst>
              <pc:docMk/>
              <pc:sldMasterMk cId="538146531" sldId="2147484249"/>
              <pc:sldLayoutMk cId="3560461446" sldId="2147484305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560461446" sldId="2147484305"/>
              <ac:spMk id="6" creationId="{25666B2C-A779-9FEF-7442-3233CA2F20B1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560461446" sldId="2147484305"/>
              <ac:spMk id="10" creationId="{E553561B-70F1-ABB0-ED09-EAC44B7E9FBE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560461446" sldId="2147484305"/>
              <ac:spMk id="26" creationId="{D37AC3B4-8A5F-CC32-DF48-5CE1E4AEF619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538146531" sldId="2147484249"/>
            <pc:sldLayoutMk cId="3372788045" sldId="2147484308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372788045" sldId="2147484308"/>
              <ac:spMk id="2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372788045" sldId="2147484308"/>
              <ac:spMk id="3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372788045" sldId="2147484308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372788045" sldId="2147484308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372788045" sldId="2147484308"/>
              <ac:spMk id="6" creationId="{00000000-0000-0000-0000-000000000000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9:34.080" v="41"/>
          <pc:sldLayoutMkLst>
            <pc:docMk/>
            <pc:sldMasterMk cId="538146531" sldId="2147484249"/>
            <pc:sldLayoutMk cId="3189011458" sldId="2147484309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189011458" sldId="2147484309"/>
              <ac:spMk id="2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9:34.080" v="41"/>
            <ac:spMkLst>
              <pc:docMk/>
              <pc:sldMasterMk cId="538146531" sldId="2147484249"/>
              <pc:sldLayoutMk cId="3189011458" sldId="2147484309"/>
              <ac:spMk id="3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9:34.080" v="41"/>
            <ac:spMkLst>
              <pc:docMk/>
              <pc:sldMasterMk cId="538146531" sldId="2147484249"/>
              <pc:sldLayoutMk cId="3189011458" sldId="2147484309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189011458" sldId="2147484309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189011458" sldId="2147484309"/>
              <ac:spMk id="6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189011458" sldId="2147484309"/>
              <ac:spMk id="7" creationId="{00000000-0000-0000-0000-000000000000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538146531" sldId="2147484249"/>
            <pc:sldLayoutMk cId="4053513721" sldId="2147484310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4053513721" sldId="2147484310"/>
              <ac:spMk id="2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4053513721" sldId="2147484310"/>
              <ac:spMk id="3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4053513721" sldId="2147484310"/>
              <ac:spMk id="4" creationId="{00000000-0000-0000-0000-000000000000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9:34.080" v="41"/>
          <pc:sldLayoutMkLst>
            <pc:docMk/>
            <pc:sldMasterMk cId="538146531" sldId="2147484249"/>
            <pc:sldLayoutMk cId="3527239669" sldId="2147484312"/>
          </pc:sldLayoutMkLst>
          <pc:spChg chg="mod">
            <ac:chgData name="Loveless, Daniel" userId="6c8649f3-f880-411c-bced-fbb331f61b80" providerId="ADAL" clId="{64277004-7BEB-5D7A-8EAD-86FA75D7BFD6}" dt="2025-09-09T18:29:34.080" v="41"/>
            <ac:spMkLst>
              <pc:docMk/>
              <pc:sldMasterMk cId="538146531" sldId="2147484249"/>
              <pc:sldLayoutMk cId="3527239669" sldId="2147484312"/>
              <ac:spMk id="3" creationId="{D754DA56-6AE7-D00C-916F-25913F98F9AE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527239669" sldId="2147484312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527239669" sldId="2147484312"/>
              <ac:spMk id="9" creationId="{2302959F-CBD0-C596-92B3-6671C7A6C2BB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527239669" sldId="2147484312"/>
              <ac:spMk id="10" creationId="{CA41014A-3AAD-F0DF-2422-B8395EADD8F4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527239669" sldId="2147484312"/>
              <ac:spMk id="11" creationId="{045AB17F-0075-08C6-7BD9-E87EC81A4C97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538146531" sldId="2147484249"/>
              <pc:sldLayoutMk cId="3527239669" sldId="2147484312"/>
              <ac:spMk id="26" creationId="{D37AC3B4-8A5F-CC32-DF48-5CE1E4AEF619}"/>
            </ac:spMkLst>
          </pc:spChg>
        </pc:sldLayoutChg>
      </pc:sldMasterChg>
      <pc:sldMasterChg chg="del modSldLayout">
        <pc:chgData name="Loveless, Daniel" userId="6c8649f3-f880-411c-bced-fbb331f61b80" providerId="ADAL" clId="{64277004-7BEB-5D7A-8EAD-86FA75D7BFD6}" dt="2025-09-09T18:34:16.785" v="103" actId="2696"/>
        <pc:sldMasterMkLst>
          <pc:docMk/>
          <pc:sldMasterMk cId="1974540969" sldId="2147484264"/>
        </pc:sldMasterMkLst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3004148682" sldId="2147484265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004148682" sldId="2147484265"/>
              <ac:spMk id="2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004148682" sldId="2147484265"/>
              <ac:spMk id="9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004148682" sldId="2147484265"/>
              <ac:spMk id="11" creationId="{00000000-0000-0000-0000-000000000000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3740127528" sldId="2147484266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740127528" sldId="2147484266"/>
              <ac:spMk id="2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740127528" sldId="2147484266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740127528" sldId="2147484266"/>
              <ac:spMk id="10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740127528" sldId="2147484266"/>
              <ac:spMk id="11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740127528" sldId="2147484266"/>
              <ac:spMk id="1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740127528" sldId="2147484266"/>
              <ac:spMk id="20" creationId="{00000000-0000-0000-0000-000000000000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2559248689" sldId="2147484267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559248689" sldId="2147484267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559248689" sldId="2147484267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559248689" sldId="2147484267"/>
              <ac:spMk id="7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559248689" sldId="2147484267"/>
              <ac:spMk id="9" creationId="{02B5A91C-655F-31E3-A586-205B767A4BB5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559248689" sldId="2147484267"/>
              <ac:spMk id="10" creationId="{1447EF8F-78D8-B392-D9BD-3A376194FCAB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559248689" sldId="2147484267"/>
              <ac:spMk id="26" creationId="{D37AC3B4-8A5F-CC32-DF48-5CE1E4AEF619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4207189118" sldId="2147484268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07189118" sldId="2147484268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07189118" sldId="2147484268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07189118" sldId="2147484268"/>
              <ac:spMk id="7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07189118" sldId="2147484268"/>
              <ac:spMk id="9" creationId="{02B5A91C-655F-31E3-A586-205B767A4BB5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07189118" sldId="2147484268"/>
              <ac:spMk id="10" creationId="{1447EF8F-78D8-B392-D9BD-3A376194FCAB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07189118" sldId="2147484268"/>
              <ac:spMk id="14" creationId="{28D85EFD-CA72-0BA7-21B3-820CFB8FB4CF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07189118" sldId="2147484268"/>
              <ac:spMk id="26" creationId="{D37AC3B4-8A5F-CC32-DF48-5CE1E4AEF619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1819816008" sldId="2147484269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819816008" sldId="2147484269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819816008" sldId="2147484269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819816008" sldId="2147484269"/>
              <ac:spMk id="9" creationId="{02B5A91C-655F-31E3-A586-205B767A4BB5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819816008" sldId="2147484269"/>
              <ac:spMk id="10" creationId="{1447EF8F-78D8-B392-D9BD-3A376194FCAB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819816008" sldId="2147484269"/>
              <ac:spMk id="26" creationId="{D37AC3B4-8A5F-CC32-DF48-5CE1E4AEF619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3680807705" sldId="2147484270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680807705" sldId="2147484270"/>
              <ac:spMk id="3" creationId="{D754DA56-6AE7-D00C-916F-25913F98F9AE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680807705" sldId="2147484270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680807705" sldId="2147484270"/>
              <ac:spMk id="9" creationId="{2302959F-CBD0-C596-92B3-6671C7A6C2BB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680807705" sldId="2147484270"/>
              <ac:spMk id="10" creationId="{CA41014A-3AAD-F0DF-2422-B8395EADD8F4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680807705" sldId="2147484270"/>
              <ac:spMk id="11" creationId="{045AB17F-0075-08C6-7BD9-E87EC81A4C97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680807705" sldId="2147484270"/>
              <ac:spMk id="26" creationId="{D37AC3B4-8A5F-CC32-DF48-5CE1E4AEF619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1104415263" sldId="2147484271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104415263" sldId="2147484271"/>
              <ac:spMk id="3" creationId="{D754DA56-6AE7-D00C-916F-25913F98F9AE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104415263" sldId="2147484271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104415263" sldId="2147484271"/>
              <ac:spMk id="9" creationId="{2302959F-CBD0-C596-92B3-6671C7A6C2BB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104415263" sldId="2147484271"/>
              <ac:spMk id="10" creationId="{CA41014A-3AAD-F0DF-2422-B8395EADD8F4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104415263" sldId="2147484271"/>
              <ac:spMk id="26" creationId="{D37AC3B4-8A5F-CC32-DF48-5CE1E4AEF619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3804295455" sldId="2147484272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804295455" sldId="2147484272"/>
              <ac:spMk id="2" creationId="{37DBA054-16EF-5E6D-BC12-A4227A642E68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804295455" sldId="2147484272"/>
              <ac:spMk id="3" creationId="{EB1FFD67-6C78-780B-B954-DE8E5342C04D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804295455" sldId="2147484272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804295455" sldId="2147484272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804295455" sldId="2147484272"/>
              <ac:spMk id="7" creationId="{F423ABAF-A2A5-02F7-F296-C63F1EF4E44E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3804295455" sldId="2147484272"/>
              <ac:spMk id="8" creationId="{99C894FE-DAEB-B9CD-1D0E-B36773BED556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2644649338" sldId="2147484273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644649338" sldId="2147484273"/>
              <ac:spMk id="2" creationId="{37DBA054-16EF-5E6D-BC12-A4227A642E68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644649338" sldId="2147484273"/>
              <ac:spMk id="3" creationId="{EB1FFD67-6C78-780B-B954-DE8E5342C04D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644649338" sldId="2147484273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644649338" sldId="2147484273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644649338" sldId="2147484273"/>
              <ac:spMk id="8" creationId="{73D0C6F9-95A4-1308-2B27-93A424904192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2497975034" sldId="2147484274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497975034" sldId="2147484274"/>
              <ac:spMk id="2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497975034" sldId="2147484274"/>
              <ac:spMk id="3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497975034" sldId="2147484274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497975034" sldId="2147484274"/>
              <ac:spMk id="5" creationId="{00000000-0000-0000-0000-000000000000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4248910255" sldId="2147484275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48910255" sldId="2147484275"/>
              <ac:spMk id="2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48910255" sldId="2147484275"/>
              <ac:spMk id="3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48910255" sldId="2147484275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48910255" sldId="2147484275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48910255" sldId="2147484275"/>
              <ac:spMk id="6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48910255" sldId="2147484275"/>
              <ac:spMk id="16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48910255" sldId="2147484275"/>
              <ac:spMk id="17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48910255" sldId="2147484275"/>
              <ac:spMk id="18" creationId="{00000000-0000-0000-0000-000000000000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1694777209" sldId="2147484276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694777209" sldId="2147484276"/>
              <ac:spMk id="5" creationId="{1EDA43B4-D1C7-0A4E-A09C-A1AE875B8E3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694777209" sldId="2147484276"/>
              <ac:spMk id="6" creationId="{F5684BB4-B82D-0BF8-0DC2-7D3BB16BD062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4213249712" sldId="2147484277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13249712" sldId="2147484277"/>
              <ac:spMk id="2" creationId="{4CEF646F-1298-C714-BEA3-07A2695BF7B4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13249712" sldId="2147484277"/>
              <ac:spMk id="4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13249712" sldId="2147484277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13249712" sldId="2147484277"/>
              <ac:spMk id="6" creationId="{25666B2C-A779-9FEF-7442-3233CA2F20B1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13249712" sldId="2147484277"/>
              <ac:spMk id="7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13249712" sldId="2147484277"/>
              <ac:spMk id="10" creationId="{E553561B-70F1-ABB0-ED09-EAC44B7E9FBE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13249712" sldId="2147484277"/>
              <ac:spMk id="14" creationId="{F93E67C1-7B08-DDAC-D896-1CA46630F888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13249712" sldId="2147484277"/>
              <ac:spMk id="15" creationId="{6D9665E1-5886-717F-8868-0B98281605BA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4213249712" sldId="2147484277"/>
              <ac:spMk id="26" creationId="{D37AC3B4-8A5F-CC32-DF48-5CE1E4AEF619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1719004282" sldId="2147484278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719004282" sldId="2147484278"/>
              <ac:spMk id="2" creationId="{4CEF646F-1298-C714-BEA3-07A2695BF7B4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719004282" sldId="2147484278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719004282" sldId="2147484278"/>
              <ac:spMk id="6" creationId="{25666B2C-A779-9FEF-7442-3233CA2F20B1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719004282" sldId="2147484278"/>
              <ac:spMk id="10" creationId="{E553561B-70F1-ABB0-ED09-EAC44B7E9FBE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719004282" sldId="2147484278"/>
              <ac:spMk id="15" creationId="{76EFDE2F-1608-3F3F-D14A-E69648E83238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719004282" sldId="2147484278"/>
              <ac:spMk id="16" creationId="{89489451-A0D9-C2DA-010B-FE45F5BD4C8C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1719004282" sldId="2147484278"/>
              <ac:spMk id="26" creationId="{D37AC3B4-8A5F-CC32-DF48-5CE1E4AEF619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2982966379" sldId="2147484279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982966379" sldId="2147484279"/>
              <ac:spMk id="2" creationId="{4CEF646F-1298-C714-BEA3-07A2695BF7B4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982966379" sldId="2147484279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982966379" sldId="2147484279"/>
              <ac:spMk id="6" creationId="{25666B2C-A779-9FEF-7442-3233CA2F20B1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982966379" sldId="2147484279"/>
              <ac:spMk id="10" creationId="{E553561B-70F1-ABB0-ED09-EAC44B7E9FBE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982966379" sldId="2147484279"/>
              <ac:spMk id="15" creationId="{76EFDE2F-1608-3F3F-D14A-E69648E83238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982966379" sldId="2147484279"/>
              <ac:spMk id="16" creationId="{89489451-A0D9-C2DA-010B-FE45F5BD4C8C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2982966379" sldId="2147484279"/>
              <ac:spMk id="26" creationId="{D37AC3B4-8A5F-CC32-DF48-5CE1E4AEF619}"/>
            </ac:spMkLst>
          </pc:spChg>
        </pc:sldLayoutChg>
        <pc:sldLayoutChg chg="modSp">
          <pc:chgData name="Loveless, Daniel" userId="6c8649f3-f880-411c-bced-fbb331f61b80" providerId="ADAL" clId="{64277004-7BEB-5D7A-8EAD-86FA75D7BFD6}" dt="2025-09-09T18:24:30.642" v="28"/>
          <pc:sldLayoutMkLst>
            <pc:docMk/>
            <pc:sldMasterMk cId="1974540969" sldId="2147484264"/>
            <pc:sldLayoutMk cId="581771718" sldId="2147484280"/>
          </pc:sldLayoutMkLst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581771718" sldId="2147484280"/>
              <ac:spMk id="2" creationId="{4CEF646F-1298-C714-BEA3-07A2695BF7B4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581771718" sldId="2147484280"/>
              <ac:spMk id="5" creationId="{00000000-0000-0000-0000-000000000000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581771718" sldId="2147484280"/>
              <ac:spMk id="6" creationId="{25666B2C-A779-9FEF-7442-3233CA2F20B1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581771718" sldId="2147484280"/>
              <ac:spMk id="10" creationId="{E553561B-70F1-ABB0-ED09-EAC44B7E9FBE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581771718" sldId="2147484280"/>
              <ac:spMk id="15" creationId="{76EFDE2F-1608-3F3F-D14A-E69648E83238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581771718" sldId="2147484280"/>
              <ac:spMk id="16" creationId="{89489451-A0D9-C2DA-010B-FE45F5BD4C8C}"/>
            </ac:spMkLst>
          </pc:spChg>
          <pc:spChg chg="mod">
            <ac:chgData name="Loveless, Daniel" userId="6c8649f3-f880-411c-bced-fbb331f61b80" providerId="ADAL" clId="{64277004-7BEB-5D7A-8EAD-86FA75D7BFD6}" dt="2025-09-09T18:24:30.642" v="28"/>
            <ac:spMkLst>
              <pc:docMk/>
              <pc:sldMasterMk cId="1974540969" sldId="2147484264"/>
              <pc:sldLayoutMk cId="581771718" sldId="2147484280"/>
              <ac:spMk id="26" creationId="{D37AC3B4-8A5F-CC32-DF48-5CE1E4AEF619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4886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34" tIns="48315" rIns="96634" bIns="48315" numCol="1" anchor="t" anchorCtr="0" compatLnSpc="1">
            <a:prstTxWarp prst="textNoShape">
              <a:avLst/>
            </a:prstTxWarp>
          </a:bodyPr>
          <a:lstStyle>
            <a:lvl1pPr defTabSz="966788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34" tIns="48315" rIns="96634" bIns="4831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20725"/>
            <a:ext cx="575945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34" tIns="48315" rIns="96634" bIns="483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34" tIns="48315" rIns="96634" bIns="48315" numCol="1" anchor="b" anchorCtr="0" compatLnSpc="1">
            <a:prstTxWarp prst="textNoShape">
              <a:avLst/>
            </a:prstTxWarp>
          </a:bodyPr>
          <a:lstStyle>
            <a:lvl1pPr defTabSz="966788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34" tIns="48315" rIns="96634" bIns="4831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D87E73C-DAC5-BA4D-92AC-4EC59E1B141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9179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31090-C451-E2A1-7464-55D08AAD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F8F78-0A2E-A003-31B1-09449AB28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720725"/>
            <a:ext cx="5759450" cy="36004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ABD18-B7E8-0EB7-3129-224A82046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Portions of this presentation were developed by Alex Boyd, Aerospace Corp. and Justin Likar, Johns Hopkins Applied Physics Laboratory</a:t>
            </a:r>
          </a:p>
        </p:txBody>
      </p:sp>
    </p:spTree>
    <p:extLst>
      <p:ext uri="{BB962C8B-B14F-4D97-AF65-F5344CB8AC3E}">
        <p14:creationId xmlns:p14="http://schemas.microsoft.com/office/powerpoint/2010/main" val="142294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10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602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BE58C-C8A2-E973-8C2E-76A2F120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55849-CF97-EE0F-9C2B-9A356BC11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5BD7B-C82D-6A00-99A0-BED3063BF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094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3F45C-F335-656D-1B0C-7293BA3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44BD8-356D-D026-EC18-5145A251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9B99A-8A8F-BFB8-F030-0BAA7CCB5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083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457200" y="255388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3880087"/>
            <a:ext cx="8223250" cy="111125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Enter Name Here</a:t>
            </a:r>
          </a:p>
        </p:txBody>
      </p:sp>
    </p:spTree>
    <p:extLst>
      <p:ext uri="{BB962C8B-B14F-4D97-AF65-F5344CB8AC3E}">
        <p14:creationId xmlns:p14="http://schemas.microsoft.com/office/powerpoint/2010/main" val="4112940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only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24499"/>
            <a:ext cx="82664" cy="43021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18" b="0" i="0" dirty="0">
              <a:latin typeface="Arial" panose="020B060402020202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D37AC3B4-8A5F-CC32-DF48-5CE1E4AEF6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830" y="145144"/>
            <a:ext cx="8004391" cy="63648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 b="1" i="0" cap="none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66B2C-A779-9FEF-7442-3233CA2F20B1}"/>
              </a:ext>
            </a:extLst>
          </p:cNvPr>
          <p:cNvSpPr txBox="1"/>
          <p:nvPr userDrawn="1"/>
        </p:nvSpPr>
        <p:spPr>
          <a:xfrm>
            <a:off x="3783189" y="1587943"/>
            <a:ext cx="9475611" cy="258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79" b="0" i="0" dirty="0">
                <a:solidFill>
                  <a:schemeClr val="bg1"/>
                </a:solidFill>
                <a:latin typeface="Arial" panose="020B0604020202020204" pitchFamily="34" charset="0"/>
              </a:rPr>
              <a:t>INDIANA UNIVERSITY</a:t>
            </a:r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E553561B-70F1-ABB0-ED09-EAC44B7E9FBE}"/>
              </a:ext>
            </a:extLst>
          </p:cNvPr>
          <p:cNvSpPr/>
          <p:nvPr/>
        </p:nvSpPr>
        <p:spPr>
          <a:xfrm>
            <a:off x="4993243" y="7685916"/>
            <a:ext cx="9218560" cy="962430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txBody>
          <a:bodyPr spcFirstLastPara="1" wrap="square" lIns="64075" tIns="32039" rIns="64075" bIns="32039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endParaRPr sz="1079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ACA339-CDE9-CAB1-44DF-96E552078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600" y="69685"/>
            <a:ext cx="787400" cy="7874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D3C5F3-DB87-7166-EB07-A4D33D19AF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1214965"/>
            <a:ext cx="7826770" cy="4085168"/>
          </a:xfrm>
          <a:prstGeom prst="rect">
            <a:avLst/>
          </a:prstGeom>
        </p:spPr>
        <p:txBody>
          <a:bodyPr/>
          <a:lstStyle>
            <a:lvl1pPr marL="457200" marR="0" indent="-4572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  <a:lvl2pPr marL="8001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60000"/>
              <a:buFont typeface="Courier New" panose="02070309020205020404" pitchFamily="49" charset="0"/>
              <a:buChar char="o"/>
              <a:tabLst/>
              <a:defRPr/>
            </a:lvl2pPr>
            <a:lvl3pPr marL="12573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stem Font Regular"/>
              <a:buChar char="-"/>
              <a:tabLst/>
              <a:defRPr/>
            </a:lvl3pPr>
            <a:lvl4pPr marL="16573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60000"/>
              <a:buFont typeface="Wingdings" pitchFamily="2" charset="2"/>
              <a:buChar char="q"/>
              <a:tabLst/>
              <a:defRPr/>
            </a:lvl4pPr>
            <a:lvl5pPr marL="21145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60000"/>
              <a:buFont typeface="Wingdings" pitchFamily="2" charset="2"/>
              <a:buChar char="§"/>
              <a:tabLst/>
              <a:defRPr/>
            </a:lvl5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Click to edit Master text styles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6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Second level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stem Font Regular"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Third level</a:t>
            </a:r>
          </a:p>
          <a:p>
            <a:pPr marL="1657350" marR="0" lvl="3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60000"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Fourth level</a:t>
            </a:r>
          </a:p>
          <a:p>
            <a:pPr marL="2114550" marR="0" lvl="4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60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Fifth level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550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only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24499"/>
            <a:ext cx="82664" cy="43021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18" b="0" i="0" dirty="0">
              <a:latin typeface="Arial" panose="020B060402020202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D37AC3B4-8A5F-CC32-DF48-5CE1E4AEF6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830" y="145144"/>
            <a:ext cx="8004391" cy="63648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 b="1" i="0" cap="none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66B2C-A779-9FEF-7442-3233CA2F20B1}"/>
              </a:ext>
            </a:extLst>
          </p:cNvPr>
          <p:cNvSpPr txBox="1"/>
          <p:nvPr userDrawn="1"/>
        </p:nvSpPr>
        <p:spPr>
          <a:xfrm>
            <a:off x="3783189" y="1587943"/>
            <a:ext cx="9475611" cy="258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79" b="0" i="0" dirty="0">
                <a:solidFill>
                  <a:schemeClr val="bg1"/>
                </a:solidFill>
                <a:latin typeface="Arial" panose="020B0604020202020204" pitchFamily="34" charset="0"/>
              </a:rPr>
              <a:t>INDIANA UNIVERSITY</a:t>
            </a:r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E553561B-70F1-ABB0-ED09-EAC44B7E9FBE}"/>
              </a:ext>
            </a:extLst>
          </p:cNvPr>
          <p:cNvSpPr/>
          <p:nvPr/>
        </p:nvSpPr>
        <p:spPr>
          <a:xfrm>
            <a:off x="4993243" y="7685916"/>
            <a:ext cx="9218560" cy="962430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txBody>
          <a:bodyPr spcFirstLastPara="1" wrap="square" lIns="64075" tIns="32039" rIns="64075" bIns="32039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endParaRPr sz="1079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ACA339-CDE9-CAB1-44DF-96E552078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600" y="69685"/>
            <a:ext cx="7874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36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5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2" r:id="rId1"/>
    <p:sldLayoutId id="2147484313" r:id="rId2"/>
    <p:sldLayoutId id="2147484314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indent="0" algn="ctr" defTabSz="457200" rtl="0" eaLnBrk="1" latinLnBrk="0" hangingPunct="1">
        <a:spcBef>
          <a:spcPct val="20000"/>
        </a:spcBef>
        <a:buFont typeface="Arial"/>
        <a:buNone/>
        <a:defRPr sz="2800" b="1" i="0" kern="1200" baseline="0">
          <a:solidFill>
            <a:schemeClr val="tx1"/>
          </a:solidFill>
          <a:latin typeface="Arial"/>
          <a:ea typeface="+mn-ea"/>
          <a:cs typeface="Arial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spenvis.oma.b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E81DA-549A-8F91-D411-2B168913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BAAC-8248-9F43-6401-19D5CA35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36" y="1492520"/>
            <a:ext cx="8645528" cy="1703315"/>
          </a:xfrm>
        </p:spPr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02A – The Natural Space Radiation Environment</a:t>
            </a:r>
            <a:br>
              <a:rPr lang="en-US" b="1" dirty="0"/>
            </a:br>
            <a:r>
              <a:rPr lang="en-US" b="1" dirty="0"/>
              <a:t>Guided Activity</a:t>
            </a:r>
            <a:br>
              <a:rPr lang="en-US" b="1" dirty="0"/>
            </a:br>
            <a:br>
              <a:rPr lang="en-US" sz="700" b="1" dirty="0"/>
            </a:br>
            <a:r>
              <a:rPr lang="en-US" sz="2700" b="1" dirty="0"/>
              <a:t>ENGR-E 399/599</a:t>
            </a:r>
            <a:br>
              <a:rPr lang="en-US" sz="2700" b="1" dirty="0"/>
            </a:br>
            <a:r>
              <a:rPr lang="en-US" sz="2700" b="1" dirty="0"/>
              <a:t>Microelectronics Radiation Effects and Reliability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97128-28FC-C66D-8EE6-EB3976956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34"/>
            <a:ext cx="787400" cy="787400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FACC7F2C-3CAB-7124-C0F2-FC8A45EBB7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883" y="4906644"/>
            <a:ext cx="3849552" cy="730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FE2A0C-8057-B151-6F29-E5686769B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89" y="4883953"/>
            <a:ext cx="753511" cy="753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7D2ED1-355A-CA3A-9E14-1E979EC94D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586" b="17476"/>
          <a:stretch>
            <a:fillRect/>
          </a:stretch>
        </p:blipFill>
        <p:spPr>
          <a:xfrm>
            <a:off x="787400" y="4883953"/>
            <a:ext cx="1765300" cy="73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8964-26F2-567E-BB24-4989436F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53771F4-712A-4514-0443-2251E95FC9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Sign in to SPENVIS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86F963-B69B-E073-D17D-A5BDE4CDFA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pc="-34" dirty="0">
                <a:solidFill>
                  <a:srgbClr val="33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pc="-34" dirty="0">
                <a:solidFill>
                  <a:srgbClr val="333E5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www.spenvis.oma.be/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CFA4AE4-F296-9F25-4E61-200FB900B2A7}"/>
              </a:ext>
            </a:extLst>
          </p:cNvPr>
          <p:cNvGrpSpPr/>
          <p:nvPr/>
        </p:nvGrpSpPr>
        <p:grpSpPr>
          <a:xfrm>
            <a:off x="2129464" y="1783557"/>
            <a:ext cx="4874895" cy="1804511"/>
            <a:chOff x="2839285" y="1997075"/>
            <a:chExt cx="6499860" cy="240601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954AD56-BA74-944E-D8C9-47BB61364DB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9285" y="2441483"/>
              <a:ext cx="6499422" cy="196102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FDB924C-F113-DA62-D8F5-BADD7CD07A4A}"/>
                </a:ext>
              </a:extLst>
            </p:cNvPr>
            <p:cNvSpPr/>
            <p:nvPr/>
          </p:nvSpPr>
          <p:spPr>
            <a:xfrm>
              <a:off x="6962773" y="2524127"/>
              <a:ext cx="1495425" cy="476250"/>
            </a:xfrm>
            <a:custGeom>
              <a:avLst/>
              <a:gdLst/>
              <a:ahLst/>
              <a:cxnLst/>
              <a:rect l="l" t="t" r="r" b="b"/>
              <a:pathLst>
                <a:path w="1495425" h="476250">
                  <a:moveTo>
                    <a:pt x="0" y="160337"/>
                  </a:moveTo>
                  <a:lnTo>
                    <a:pt x="8173" y="109656"/>
                  </a:lnTo>
                  <a:lnTo>
                    <a:pt x="30934" y="65642"/>
                  </a:lnTo>
                  <a:lnTo>
                    <a:pt x="65642" y="30934"/>
                  </a:lnTo>
                  <a:lnTo>
                    <a:pt x="109656" y="8173"/>
                  </a:lnTo>
                  <a:lnTo>
                    <a:pt x="160337" y="0"/>
                  </a:lnTo>
                  <a:lnTo>
                    <a:pt x="1335087" y="0"/>
                  </a:lnTo>
                  <a:lnTo>
                    <a:pt x="1385768" y="8173"/>
                  </a:lnTo>
                  <a:lnTo>
                    <a:pt x="1429782" y="30934"/>
                  </a:lnTo>
                  <a:lnTo>
                    <a:pt x="1464490" y="65642"/>
                  </a:lnTo>
                  <a:lnTo>
                    <a:pt x="1487251" y="109656"/>
                  </a:lnTo>
                  <a:lnTo>
                    <a:pt x="1495425" y="160337"/>
                  </a:lnTo>
                  <a:lnTo>
                    <a:pt x="1495425" y="315912"/>
                  </a:lnTo>
                  <a:lnTo>
                    <a:pt x="1487251" y="366588"/>
                  </a:lnTo>
                  <a:lnTo>
                    <a:pt x="1464490" y="410602"/>
                  </a:lnTo>
                  <a:lnTo>
                    <a:pt x="1429782" y="445311"/>
                  </a:lnTo>
                  <a:lnTo>
                    <a:pt x="1385768" y="468075"/>
                  </a:lnTo>
                  <a:lnTo>
                    <a:pt x="1335087" y="476250"/>
                  </a:lnTo>
                  <a:lnTo>
                    <a:pt x="160337" y="476250"/>
                  </a:lnTo>
                  <a:lnTo>
                    <a:pt x="109656" y="468075"/>
                  </a:lnTo>
                  <a:lnTo>
                    <a:pt x="65642" y="445311"/>
                  </a:lnTo>
                  <a:lnTo>
                    <a:pt x="30934" y="410602"/>
                  </a:lnTo>
                  <a:lnTo>
                    <a:pt x="8173" y="366588"/>
                  </a:lnTo>
                  <a:lnTo>
                    <a:pt x="0" y="315912"/>
                  </a:lnTo>
                  <a:lnTo>
                    <a:pt x="0" y="160337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9CBCAEA-A19F-48E6-283D-A6AB8E6DE762}"/>
                </a:ext>
              </a:extLst>
            </p:cNvPr>
            <p:cNvSpPr/>
            <p:nvPr/>
          </p:nvSpPr>
          <p:spPr>
            <a:xfrm>
              <a:off x="8084754" y="2006600"/>
              <a:ext cx="208915" cy="499745"/>
            </a:xfrm>
            <a:custGeom>
              <a:avLst/>
              <a:gdLst/>
              <a:ahLst/>
              <a:cxnLst/>
              <a:rect l="l" t="t" r="r" b="b"/>
              <a:pathLst>
                <a:path w="208915" h="499744">
                  <a:moveTo>
                    <a:pt x="208343" y="0"/>
                  </a:moveTo>
                  <a:lnTo>
                    <a:pt x="0" y="499414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9C5E775-49B8-19EB-86AF-FA2D09967BF9}"/>
                </a:ext>
              </a:extLst>
            </p:cNvPr>
            <p:cNvSpPr/>
            <p:nvPr/>
          </p:nvSpPr>
          <p:spPr>
            <a:xfrm>
              <a:off x="8070150" y="2376079"/>
              <a:ext cx="117475" cy="130175"/>
            </a:xfrm>
            <a:custGeom>
              <a:avLst/>
              <a:gdLst/>
              <a:ahLst/>
              <a:cxnLst/>
              <a:rect l="l" t="t" r="r" b="b"/>
              <a:pathLst>
                <a:path w="117475" h="130175">
                  <a:moveTo>
                    <a:pt x="0" y="0"/>
                  </a:moveTo>
                  <a:lnTo>
                    <a:pt x="14604" y="129933"/>
                  </a:lnTo>
                  <a:lnTo>
                    <a:pt x="117208" y="48895"/>
                  </a:lnTo>
                </a:path>
              </a:pathLst>
            </a:custGeom>
            <a:ln w="19049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2125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79068-E591-CC02-F0AF-C6365560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7E9965C-B913-92B7-BBF8-67EFBE87CF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Use the Coordinate Generator to </a:t>
            </a:r>
            <a:br>
              <a:rPr lang="en-US" dirty="0"/>
            </a:br>
            <a:r>
              <a:rPr lang="en-US" dirty="0"/>
              <a:t>create a trajectory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4E73B77-410C-74C2-06D1-F8D29AA2B61F}"/>
              </a:ext>
            </a:extLst>
          </p:cNvPr>
          <p:cNvSpPr txBox="1">
            <a:spLocks noGrp="1"/>
          </p:cNvSpPr>
          <p:nvPr>
            <p:ph type="ftr" sz="quarter" idx="4294967295"/>
          </p:nvPr>
        </p:nvSpPr>
        <p:spPr>
          <a:xfrm>
            <a:off x="8424863" y="6599238"/>
            <a:ext cx="71913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952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spc="-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9DCC753-2D71-2F3A-8015-EFC0996D22A4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913813" y="6599238"/>
            <a:ext cx="23018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1" i="0">
                <a:solidFill>
                  <a:srgbClr val="3D8EDE"/>
                </a:solidFill>
                <a:latin typeface="Arial"/>
                <a:cs typeface="Arial"/>
              </a:defRPr>
            </a:lvl1pPr>
          </a:lstStyle>
          <a:p>
            <a:pPr marL="38100"/>
            <a:fld id="{81D60167-4931-47E6-BA6A-407CBD079E47}" type="slidenum">
              <a:rPr lang="en-US" b="0" spc="-25" smtClean="0">
                <a:latin typeface="Arial" panose="020B0604020202020204" pitchFamily="34" charset="0"/>
                <a:cs typeface="Arial" panose="020B0604020202020204" pitchFamily="34" charset="0"/>
              </a:rPr>
              <a:pPr marL="38100"/>
              <a:t>3</a:t>
            </a:fld>
            <a:endParaRPr b="0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75FB766-A69D-DFDA-5E3A-7DCA39D2DA19}"/>
              </a:ext>
            </a:extLst>
          </p:cNvPr>
          <p:cNvGrpSpPr/>
          <p:nvPr/>
        </p:nvGrpSpPr>
        <p:grpSpPr>
          <a:xfrm>
            <a:off x="3171421" y="1560908"/>
            <a:ext cx="2408396" cy="2582703"/>
            <a:chOff x="4228561" y="1700211"/>
            <a:chExt cx="3211195" cy="344360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144320E-F321-0089-E13C-C8E7B3184FC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0892" y="1714262"/>
              <a:ext cx="2610206" cy="342947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CB499D5-04D9-CFE8-25D2-7252561BA91D}"/>
                </a:ext>
              </a:extLst>
            </p:cNvPr>
            <p:cNvSpPr/>
            <p:nvPr/>
          </p:nvSpPr>
          <p:spPr>
            <a:xfrm>
              <a:off x="4762314" y="1914528"/>
              <a:ext cx="2667635" cy="476250"/>
            </a:xfrm>
            <a:custGeom>
              <a:avLst/>
              <a:gdLst/>
              <a:ahLst/>
              <a:cxnLst/>
              <a:rect l="l" t="t" r="r" b="b"/>
              <a:pathLst>
                <a:path w="2667634" h="476250">
                  <a:moveTo>
                    <a:pt x="0" y="134937"/>
                  </a:moveTo>
                  <a:lnTo>
                    <a:pt x="6879" y="92286"/>
                  </a:lnTo>
                  <a:lnTo>
                    <a:pt x="26035" y="55245"/>
                  </a:lnTo>
                  <a:lnTo>
                    <a:pt x="55245" y="26035"/>
                  </a:lnTo>
                  <a:lnTo>
                    <a:pt x="92286" y="6879"/>
                  </a:lnTo>
                  <a:lnTo>
                    <a:pt x="134937" y="0"/>
                  </a:lnTo>
                  <a:lnTo>
                    <a:pt x="2532430" y="0"/>
                  </a:lnTo>
                  <a:lnTo>
                    <a:pt x="2575081" y="6879"/>
                  </a:lnTo>
                  <a:lnTo>
                    <a:pt x="2612122" y="26035"/>
                  </a:lnTo>
                  <a:lnTo>
                    <a:pt x="2641333" y="55245"/>
                  </a:lnTo>
                  <a:lnTo>
                    <a:pt x="2660489" y="92286"/>
                  </a:lnTo>
                  <a:lnTo>
                    <a:pt x="2667368" y="134937"/>
                  </a:lnTo>
                  <a:lnTo>
                    <a:pt x="2667368" y="341299"/>
                  </a:lnTo>
                  <a:lnTo>
                    <a:pt x="2660489" y="383956"/>
                  </a:lnTo>
                  <a:lnTo>
                    <a:pt x="2641333" y="421001"/>
                  </a:lnTo>
                  <a:lnTo>
                    <a:pt x="2612122" y="450213"/>
                  </a:lnTo>
                  <a:lnTo>
                    <a:pt x="2575081" y="469370"/>
                  </a:lnTo>
                  <a:lnTo>
                    <a:pt x="2532430" y="476250"/>
                  </a:lnTo>
                  <a:lnTo>
                    <a:pt x="134937" y="476250"/>
                  </a:lnTo>
                  <a:lnTo>
                    <a:pt x="92286" y="469370"/>
                  </a:lnTo>
                  <a:lnTo>
                    <a:pt x="55245" y="450213"/>
                  </a:lnTo>
                  <a:lnTo>
                    <a:pt x="26035" y="421001"/>
                  </a:lnTo>
                  <a:lnTo>
                    <a:pt x="6879" y="383956"/>
                  </a:lnTo>
                  <a:lnTo>
                    <a:pt x="0" y="341299"/>
                  </a:lnTo>
                  <a:lnTo>
                    <a:pt x="0" y="134937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16C2435-191A-3008-1D78-81D77C87A9B4}"/>
                </a:ext>
              </a:extLst>
            </p:cNvPr>
            <p:cNvSpPr/>
            <p:nvPr/>
          </p:nvSpPr>
          <p:spPr>
            <a:xfrm>
              <a:off x="4238086" y="1709736"/>
              <a:ext cx="509270" cy="397510"/>
            </a:xfrm>
            <a:custGeom>
              <a:avLst/>
              <a:gdLst/>
              <a:ahLst/>
              <a:cxnLst/>
              <a:rect l="l" t="t" r="r" b="b"/>
              <a:pathLst>
                <a:path w="509270" h="397510">
                  <a:moveTo>
                    <a:pt x="0" y="0"/>
                  </a:moveTo>
                  <a:lnTo>
                    <a:pt x="508762" y="397497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F91085B-ADFE-F666-BFAB-4227501CDD53}"/>
                </a:ext>
              </a:extLst>
            </p:cNvPr>
            <p:cNvSpPr/>
            <p:nvPr/>
          </p:nvSpPr>
          <p:spPr>
            <a:xfrm>
              <a:off x="4617689" y="1986818"/>
              <a:ext cx="129539" cy="120650"/>
            </a:xfrm>
            <a:custGeom>
              <a:avLst/>
              <a:gdLst/>
              <a:ahLst/>
              <a:cxnLst/>
              <a:rect l="l" t="t" r="r" b="b"/>
              <a:pathLst>
                <a:path w="129539" h="120650">
                  <a:moveTo>
                    <a:pt x="78193" y="0"/>
                  </a:moveTo>
                  <a:lnTo>
                    <a:pt x="129158" y="120408"/>
                  </a:lnTo>
                  <a:lnTo>
                    <a:pt x="0" y="100076"/>
                  </a:lnTo>
                </a:path>
              </a:pathLst>
            </a:custGeom>
            <a:ln w="19049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208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39078-05BB-4C90-C644-D5749022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5BFBA9C-5344-0657-2F39-487F7A0258B6}"/>
              </a:ext>
            </a:extLst>
          </p:cNvPr>
          <p:cNvGrpSpPr/>
          <p:nvPr/>
        </p:nvGrpSpPr>
        <p:grpSpPr>
          <a:xfrm>
            <a:off x="2656999" y="2114448"/>
            <a:ext cx="3437096" cy="1493520"/>
            <a:chOff x="3542665" y="2438264"/>
            <a:chExt cx="4582795" cy="199136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14E2D24-B223-083D-8B77-91479DE1EC4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4999" y="2438264"/>
              <a:ext cx="3982000" cy="1990999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B203C0C-90AE-2FB3-8DE8-15CF1339A634}"/>
                </a:ext>
              </a:extLst>
            </p:cNvPr>
            <p:cNvSpPr/>
            <p:nvPr/>
          </p:nvSpPr>
          <p:spPr>
            <a:xfrm>
              <a:off x="4076418" y="3190876"/>
              <a:ext cx="4039235" cy="476250"/>
            </a:xfrm>
            <a:custGeom>
              <a:avLst/>
              <a:gdLst/>
              <a:ahLst/>
              <a:cxnLst/>
              <a:rect l="l" t="t" r="r" b="b"/>
              <a:pathLst>
                <a:path w="4039234" h="476250">
                  <a:moveTo>
                    <a:pt x="0" y="122237"/>
                  </a:moveTo>
                  <a:lnTo>
                    <a:pt x="9605" y="74655"/>
                  </a:lnTo>
                  <a:lnTo>
                    <a:pt x="35801" y="35801"/>
                  </a:lnTo>
                  <a:lnTo>
                    <a:pt x="74655" y="9605"/>
                  </a:lnTo>
                  <a:lnTo>
                    <a:pt x="122237" y="0"/>
                  </a:lnTo>
                  <a:lnTo>
                    <a:pt x="3916921" y="0"/>
                  </a:lnTo>
                  <a:lnTo>
                    <a:pt x="3964503" y="9605"/>
                  </a:lnTo>
                  <a:lnTo>
                    <a:pt x="4003357" y="35801"/>
                  </a:lnTo>
                  <a:lnTo>
                    <a:pt x="4029553" y="74655"/>
                  </a:lnTo>
                  <a:lnTo>
                    <a:pt x="4039158" y="122237"/>
                  </a:lnTo>
                  <a:lnTo>
                    <a:pt x="4039158" y="354012"/>
                  </a:lnTo>
                  <a:lnTo>
                    <a:pt x="4029553" y="401594"/>
                  </a:lnTo>
                  <a:lnTo>
                    <a:pt x="4003357" y="440448"/>
                  </a:lnTo>
                  <a:lnTo>
                    <a:pt x="3964503" y="466644"/>
                  </a:lnTo>
                  <a:lnTo>
                    <a:pt x="3916921" y="476250"/>
                  </a:lnTo>
                  <a:lnTo>
                    <a:pt x="122237" y="476250"/>
                  </a:lnTo>
                  <a:lnTo>
                    <a:pt x="74655" y="466644"/>
                  </a:lnTo>
                  <a:lnTo>
                    <a:pt x="35801" y="440448"/>
                  </a:lnTo>
                  <a:lnTo>
                    <a:pt x="9605" y="401594"/>
                  </a:lnTo>
                  <a:lnTo>
                    <a:pt x="0" y="354012"/>
                  </a:lnTo>
                  <a:lnTo>
                    <a:pt x="0" y="122237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30B6B93-5CCE-8F8D-8C38-4EA2CBD7EE91}"/>
                </a:ext>
              </a:extLst>
            </p:cNvPr>
            <p:cNvSpPr/>
            <p:nvPr/>
          </p:nvSpPr>
          <p:spPr>
            <a:xfrm>
              <a:off x="3552190" y="2986086"/>
              <a:ext cx="509270" cy="397510"/>
            </a:xfrm>
            <a:custGeom>
              <a:avLst/>
              <a:gdLst/>
              <a:ahLst/>
              <a:cxnLst/>
              <a:rect l="l" t="t" r="r" b="b"/>
              <a:pathLst>
                <a:path w="509270" h="397510">
                  <a:moveTo>
                    <a:pt x="0" y="0"/>
                  </a:moveTo>
                  <a:lnTo>
                    <a:pt x="508762" y="397497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AB58E3E-C576-E641-8290-3317A7AE9B1B}"/>
                </a:ext>
              </a:extLst>
            </p:cNvPr>
            <p:cNvSpPr/>
            <p:nvPr/>
          </p:nvSpPr>
          <p:spPr>
            <a:xfrm>
              <a:off x="3931793" y="3263168"/>
              <a:ext cx="129539" cy="120650"/>
            </a:xfrm>
            <a:custGeom>
              <a:avLst/>
              <a:gdLst/>
              <a:ahLst/>
              <a:cxnLst/>
              <a:rect l="l" t="t" r="r" b="b"/>
              <a:pathLst>
                <a:path w="129539" h="120650">
                  <a:moveTo>
                    <a:pt x="78193" y="0"/>
                  </a:moveTo>
                  <a:lnTo>
                    <a:pt x="129158" y="120408"/>
                  </a:lnTo>
                  <a:lnTo>
                    <a:pt x="0" y="100076"/>
                  </a:lnTo>
                </a:path>
              </a:pathLst>
            </a:custGeom>
            <a:ln w="19049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13" name="Title 10">
            <a:extLst>
              <a:ext uri="{FF2B5EF4-FFF2-40B4-BE49-F238E27FC236}">
                <a16:creationId xmlns:a16="http://schemas.microsoft.com/office/drawing/2014/main" id="{951632CD-A289-B9BE-2F50-29D37545D7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Use the Coordinate Generator to </a:t>
            </a:r>
            <a:br>
              <a:rPr lang="en-US" dirty="0"/>
            </a:br>
            <a:r>
              <a:rPr lang="en-US" dirty="0"/>
              <a:t>create a trajectory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CCB565B-CE07-2A5C-F0A5-4557B279E969}"/>
              </a:ext>
            </a:extLst>
          </p:cNvPr>
          <p:cNvSpPr txBox="1">
            <a:spLocks noGrp="1"/>
          </p:cNvSpPr>
          <p:nvPr>
            <p:ph type="ftr" sz="quarter" idx="4294967295"/>
          </p:nvPr>
        </p:nvSpPr>
        <p:spPr>
          <a:xfrm>
            <a:off x="8424863" y="6599238"/>
            <a:ext cx="71913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952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spc="-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134E1D4-E794-4851-8AF0-F8AA3CD44ACC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913813" y="6599238"/>
            <a:ext cx="23018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1" i="0">
                <a:solidFill>
                  <a:srgbClr val="3D8EDE"/>
                </a:solidFill>
                <a:latin typeface="Arial"/>
                <a:cs typeface="Arial"/>
              </a:defRPr>
            </a:lvl1pPr>
          </a:lstStyle>
          <a:p>
            <a:pPr marL="38100"/>
            <a:fld id="{81D60167-4931-47E6-BA6A-407CBD079E47}" type="slidenum">
              <a:rPr lang="en-US" b="0" spc="-25" smtClean="0">
                <a:latin typeface="Arial" panose="020B0604020202020204" pitchFamily="34" charset="0"/>
                <a:cs typeface="Arial" panose="020B0604020202020204" pitchFamily="34" charset="0"/>
              </a:rPr>
              <a:pPr marL="38100"/>
              <a:t>4</a:t>
            </a:fld>
            <a:endParaRPr b="0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070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A0BF-69D2-6E5B-EF63-5975B1B2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64C0980-914E-8839-D3BD-93861745F7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1310" y="2337097"/>
            <a:ext cx="1864769" cy="1093144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BF630F7E-268F-C651-E259-BC5346CD3D61}"/>
              </a:ext>
            </a:extLst>
          </p:cNvPr>
          <p:cNvGrpSpPr/>
          <p:nvPr/>
        </p:nvGrpSpPr>
        <p:grpSpPr>
          <a:xfrm>
            <a:off x="897520" y="1136807"/>
            <a:ext cx="3043714" cy="3398996"/>
            <a:chOff x="1196693" y="1134742"/>
            <a:chExt cx="4058285" cy="453199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D373295-5D10-BC27-1E32-E0B80EC50E7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0291" y="1199302"/>
              <a:ext cx="3787204" cy="446720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6B68A86-77D4-67DE-8D0C-B173599646DD}"/>
                </a:ext>
              </a:extLst>
            </p:cNvPr>
            <p:cNvSpPr/>
            <p:nvPr/>
          </p:nvSpPr>
          <p:spPr>
            <a:xfrm>
              <a:off x="1206218" y="1144267"/>
              <a:ext cx="4039235" cy="476250"/>
            </a:xfrm>
            <a:custGeom>
              <a:avLst/>
              <a:gdLst/>
              <a:ahLst/>
              <a:cxnLst/>
              <a:rect l="l" t="t" r="r" b="b"/>
              <a:pathLst>
                <a:path w="4039235" h="476250">
                  <a:moveTo>
                    <a:pt x="0" y="122237"/>
                  </a:moveTo>
                  <a:lnTo>
                    <a:pt x="9605" y="74655"/>
                  </a:lnTo>
                  <a:lnTo>
                    <a:pt x="35801" y="35801"/>
                  </a:lnTo>
                  <a:lnTo>
                    <a:pt x="74655" y="9605"/>
                  </a:lnTo>
                  <a:lnTo>
                    <a:pt x="122237" y="0"/>
                  </a:lnTo>
                  <a:lnTo>
                    <a:pt x="3916921" y="0"/>
                  </a:lnTo>
                  <a:lnTo>
                    <a:pt x="3964503" y="9605"/>
                  </a:lnTo>
                  <a:lnTo>
                    <a:pt x="4003357" y="35801"/>
                  </a:lnTo>
                  <a:lnTo>
                    <a:pt x="4029553" y="74655"/>
                  </a:lnTo>
                  <a:lnTo>
                    <a:pt x="4039158" y="122237"/>
                  </a:lnTo>
                  <a:lnTo>
                    <a:pt x="4039158" y="354012"/>
                  </a:lnTo>
                  <a:lnTo>
                    <a:pt x="4029553" y="401588"/>
                  </a:lnTo>
                  <a:lnTo>
                    <a:pt x="4003357" y="440443"/>
                  </a:lnTo>
                  <a:lnTo>
                    <a:pt x="3964503" y="466642"/>
                  </a:lnTo>
                  <a:lnTo>
                    <a:pt x="3916921" y="476250"/>
                  </a:lnTo>
                  <a:lnTo>
                    <a:pt x="122237" y="476250"/>
                  </a:lnTo>
                  <a:lnTo>
                    <a:pt x="74655" y="466642"/>
                  </a:lnTo>
                  <a:lnTo>
                    <a:pt x="35801" y="440443"/>
                  </a:lnTo>
                  <a:lnTo>
                    <a:pt x="9605" y="401588"/>
                  </a:lnTo>
                  <a:lnTo>
                    <a:pt x="0" y="354012"/>
                  </a:lnTo>
                  <a:lnTo>
                    <a:pt x="0" y="122237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101C4C4-0116-C389-BA08-74981ED6DEBC}"/>
                </a:ext>
              </a:extLst>
            </p:cNvPr>
            <p:cNvSpPr/>
            <p:nvPr/>
          </p:nvSpPr>
          <p:spPr>
            <a:xfrm>
              <a:off x="1206218" y="2065605"/>
              <a:ext cx="4039235" cy="591820"/>
            </a:xfrm>
            <a:custGeom>
              <a:avLst/>
              <a:gdLst/>
              <a:ahLst/>
              <a:cxnLst/>
              <a:rect l="l" t="t" r="r" b="b"/>
              <a:pathLst>
                <a:path w="4039235" h="591819">
                  <a:moveTo>
                    <a:pt x="0" y="142430"/>
                  </a:moveTo>
                  <a:lnTo>
                    <a:pt x="7261" y="97410"/>
                  </a:lnTo>
                  <a:lnTo>
                    <a:pt x="27480" y="58312"/>
                  </a:lnTo>
                  <a:lnTo>
                    <a:pt x="58312" y="27480"/>
                  </a:lnTo>
                  <a:lnTo>
                    <a:pt x="97410" y="7261"/>
                  </a:lnTo>
                  <a:lnTo>
                    <a:pt x="142430" y="0"/>
                  </a:lnTo>
                  <a:lnTo>
                    <a:pt x="3896728" y="0"/>
                  </a:lnTo>
                  <a:lnTo>
                    <a:pt x="3941747" y="7261"/>
                  </a:lnTo>
                  <a:lnTo>
                    <a:pt x="3980846" y="27480"/>
                  </a:lnTo>
                  <a:lnTo>
                    <a:pt x="4011678" y="58312"/>
                  </a:lnTo>
                  <a:lnTo>
                    <a:pt x="4031897" y="97410"/>
                  </a:lnTo>
                  <a:lnTo>
                    <a:pt x="4039158" y="142430"/>
                  </a:lnTo>
                  <a:lnTo>
                    <a:pt x="4039158" y="448957"/>
                  </a:lnTo>
                  <a:lnTo>
                    <a:pt x="4031897" y="493977"/>
                  </a:lnTo>
                  <a:lnTo>
                    <a:pt x="4011678" y="533075"/>
                  </a:lnTo>
                  <a:lnTo>
                    <a:pt x="3980846" y="563907"/>
                  </a:lnTo>
                  <a:lnTo>
                    <a:pt x="3941747" y="584127"/>
                  </a:lnTo>
                  <a:lnTo>
                    <a:pt x="3896728" y="591388"/>
                  </a:lnTo>
                  <a:lnTo>
                    <a:pt x="142430" y="591388"/>
                  </a:lnTo>
                  <a:lnTo>
                    <a:pt x="97410" y="584127"/>
                  </a:lnTo>
                  <a:lnTo>
                    <a:pt x="58312" y="563907"/>
                  </a:lnTo>
                  <a:lnTo>
                    <a:pt x="27480" y="533075"/>
                  </a:lnTo>
                  <a:lnTo>
                    <a:pt x="7261" y="493977"/>
                  </a:lnTo>
                  <a:lnTo>
                    <a:pt x="0" y="448957"/>
                  </a:lnTo>
                  <a:lnTo>
                    <a:pt x="0" y="142430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94A6073-F489-18E1-A205-2A3C597F5BCA}"/>
                </a:ext>
              </a:extLst>
            </p:cNvPr>
            <p:cNvSpPr/>
            <p:nvPr/>
          </p:nvSpPr>
          <p:spPr>
            <a:xfrm>
              <a:off x="4096385" y="2831085"/>
              <a:ext cx="967740" cy="1052195"/>
            </a:xfrm>
            <a:custGeom>
              <a:avLst/>
              <a:gdLst/>
              <a:ahLst/>
              <a:cxnLst/>
              <a:rect l="l" t="t" r="r" b="b"/>
              <a:pathLst>
                <a:path w="967739" h="1052195">
                  <a:moveTo>
                    <a:pt x="0" y="181927"/>
                  </a:moveTo>
                  <a:lnTo>
                    <a:pt x="6498" y="133566"/>
                  </a:lnTo>
                  <a:lnTo>
                    <a:pt x="24836" y="90107"/>
                  </a:lnTo>
                  <a:lnTo>
                    <a:pt x="53282" y="53287"/>
                  </a:lnTo>
                  <a:lnTo>
                    <a:pt x="90102" y="24839"/>
                  </a:lnTo>
                  <a:lnTo>
                    <a:pt x="133561" y="6499"/>
                  </a:lnTo>
                  <a:lnTo>
                    <a:pt x="181927" y="0"/>
                  </a:lnTo>
                  <a:lnTo>
                    <a:pt x="785812" y="0"/>
                  </a:lnTo>
                  <a:lnTo>
                    <a:pt x="834178" y="6499"/>
                  </a:lnTo>
                  <a:lnTo>
                    <a:pt x="877637" y="24839"/>
                  </a:lnTo>
                  <a:lnTo>
                    <a:pt x="914457" y="53287"/>
                  </a:lnTo>
                  <a:lnTo>
                    <a:pt x="942903" y="90107"/>
                  </a:lnTo>
                  <a:lnTo>
                    <a:pt x="961241" y="133566"/>
                  </a:lnTo>
                  <a:lnTo>
                    <a:pt x="967740" y="181927"/>
                  </a:lnTo>
                  <a:lnTo>
                    <a:pt x="967740" y="869670"/>
                  </a:lnTo>
                  <a:lnTo>
                    <a:pt x="961241" y="918032"/>
                  </a:lnTo>
                  <a:lnTo>
                    <a:pt x="942903" y="961490"/>
                  </a:lnTo>
                  <a:lnTo>
                    <a:pt x="914457" y="998310"/>
                  </a:lnTo>
                  <a:lnTo>
                    <a:pt x="877637" y="1026758"/>
                  </a:lnTo>
                  <a:lnTo>
                    <a:pt x="834178" y="1045099"/>
                  </a:lnTo>
                  <a:lnTo>
                    <a:pt x="785812" y="1051598"/>
                  </a:lnTo>
                  <a:lnTo>
                    <a:pt x="181927" y="1051598"/>
                  </a:lnTo>
                  <a:lnTo>
                    <a:pt x="133561" y="1045099"/>
                  </a:lnTo>
                  <a:lnTo>
                    <a:pt x="90102" y="1026758"/>
                  </a:lnTo>
                  <a:lnTo>
                    <a:pt x="53282" y="998310"/>
                  </a:lnTo>
                  <a:lnTo>
                    <a:pt x="24836" y="961490"/>
                  </a:lnTo>
                  <a:lnTo>
                    <a:pt x="6498" y="918032"/>
                  </a:lnTo>
                  <a:lnTo>
                    <a:pt x="0" y="869670"/>
                  </a:lnTo>
                  <a:lnTo>
                    <a:pt x="0" y="181927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18" name="Title 10">
            <a:extLst>
              <a:ext uri="{FF2B5EF4-FFF2-40B4-BE49-F238E27FC236}">
                <a16:creationId xmlns:a16="http://schemas.microsoft.com/office/drawing/2014/main" id="{C2510984-7C39-1C47-A07B-CDCC7E9F3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Use the Coordinate Generator to </a:t>
            </a:r>
            <a:br>
              <a:rPr lang="en-US" dirty="0"/>
            </a:br>
            <a:r>
              <a:rPr lang="en-US" dirty="0"/>
              <a:t>create a trajectory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82C0B9A-76D8-9D19-0ADB-5CA901EC0F75}"/>
              </a:ext>
            </a:extLst>
          </p:cNvPr>
          <p:cNvSpPr txBox="1">
            <a:spLocks noGrp="1"/>
          </p:cNvSpPr>
          <p:nvPr>
            <p:ph type="ftr" sz="quarter" idx="4294967295"/>
          </p:nvPr>
        </p:nvSpPr>
        <p:spPr>
          <a:xfrm>
            <a:off x="8424863" y="6599238"/>
            <a:ext cx="71913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952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spc="-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0FEAFF2-5FD3-BE57-A957-2CC8DC3F868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913813" y="6599238"/>
            <a:ext cx="23018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1" i="0">
                <a:solidFill>
                  <a:srgbClr val="3D8EDE"/>
                </a:solidFill>
                <a:latin typeface="Arial"/>
                <a:cs typeface="Arial"/>
              </a:defRPr>
            </a:lvl1pPr>
          </a:lstStyle>
          <a:p>
            <a:pPr marL="38100"/>
            <a:fld id="{81D60167-4931-47E6-BA6A-407CBD079E47}" type="slidenum">
              <a:rPr lang="en-US" b="0" spc="-25" smtClean="0">
                <a:latin typeface="Arial" panose="020B0604020202020204" pitchFamily="34" charset="0"/>
                <a:cs typeface="Arial" panose="020B0604020202020204" pitchFamily="34" charset="0"/>
              </a:rPr>
              <a:pPr marL="38100"/>
              <a:t>5</a:t>
            </a:fld>
            <a:endParaRPr b="0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5FCA4F11-A985-17AE-1723-C09361FD188D}"/>
              </a:ext>
            </a:extLst>
          </p:cNvPr>
          <p:cNvGrpSpPr/>
          <p:nvPr/>
        </p:nvGrpSpPr>
        <p:grpSpPr>
          <a:xfrm>
            <a:off x="6388893" y="3198673"/>
            <a:ext cx="483394" cy="646271"/>
            <a:chOff x="8518523" y="3883897"/>
            <a:chExt cx="644525" cy="861694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06F9F837-EF5A-7E54-F4CD-9E1C81D1E737}"/>
                </a:ext>
              </a:extLst>
            </p:cNvPr>
            <p:cNvSpPr/>
            <p:nvPr/>
          </p:nvSpPr>
          <p:spPr>
            <a:xfrm>
              <a:off x="8528048" y="3893422"/>
              <a:ext cx="558800" cy="369570"/>
            </a:xfrm>
            <a:custGeom>
              <a:avLst/>
              <a:gdLst/>
              <a:ahLst/>
              <a:cxnLst/>
              <a:rect l="l" t="t" r="r" b="b"/>
              <a:pathLst>
                <a:path w="558800" h="369570">
                  <a:moveTo>
                    <a:pt x="0" y="92608"/>
                  </a:moveTo>
                  <a:lnTo>
                    <a:pt x="7278" y="56562"/>
                  </a:lnTo>
                  <a:lnTo>
                    <a:pt x="27125" y="27125"/>
                  </a:lnTo>
                  <a:lnTo>
                    <a:pt x="56562" y="7278"/>
                  </a:lnTo>
                  <a:lnTo>
                    <a:pt x="92608" y="0"/>
                  </a:lnTo>
                  <a:lnTo>
                    <a:pt x="466191" y="0"/>
                  </a:lnTo>
                  <a:lnTo>
                    <a:pt x="502242" y="7278"/>
                  </a:lnTo>
                  <a:lnTo>
                    <a:pt x="531679" y="27125"/>
                  </a:lnTo>
                  <a:lnTo>
                    <a:pt x="551523" y="56562"/>
                  </a:lnTo>
                  <a:lnTo>
                    <a:pt x="558800" y="92608"/>
                  </a:lnTo>
                  <a:lnTo>
                    <a:pt x="558800" y="276771"/>
                  </a:lnTo>
                  <a:lnTo>
                    <a:pt x="551523" y="312815"/>
                  </a:lnTo>
                  <a:lnTo>
                    <a:pt x="531679" y="342247"/>
                  </a:lnTo>
                  <a:lnTo>
                    <a:pt x="502242" y="362090"/>
                  </a:lnTo>
                  <a:lnTo>
                    <a:pt x="466191" y="369366"/>
                  </a:lnTo>
                  <a:lnTo>
                    <a:pt x="92608" y="369366"/>
                  </a:lnTo>
                  <a:lnTo>
                    <a:pt x="56562" y="362090"/>
                  </a:lnTo>
                  <a:lnTo>
                    <a:pt x="27125" y="342247"/>
                  </a:lnTo>
                  <a:lnTo>
                    <a:pt x="7278" y="312815"/>
                  </a:lnTo>
                  <a:lnTo>
                    <a:pt x="0" y="276771"/>
                  </a:lnTo>
                  <a:lnTo>
                    <a:pt x="0" y="92608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DE428AF-F261-F384-A6A9-32882F2A831A}"/>
                </a:ext>
              </a:extLst>
            </p:cNvPr>
            <p:cNvSpPr/>
            <p:nvPr/>
          </p:nvSpPr>
          <p:spPr>
            <a:xfrm>
              <a:off x="8840965" y="4291509"/>
              <a:ext cx="313055" cy="444500"/>
            </a:xfrm>
            <a:custGeom>
              <a:avLst/>
              <a:gdLst/>
              <a:ahLst/>
              <a:cxnLst/>
              <a:rect l="l" t="t" r="r" b="b"/>
              <a:pathLst>
                <a:path w="313054" h="444500">
                  <a:moveTo>
                    <a:pt x="312559" y="44432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66D8A98B-0370-A85A-F239-8C6803B64EAD}"/>
                </a:ext>
              </a:extLst>
            </p:cNvPr>
            <p:cNvSpPr/>
            <p:nvPr/>
          </p:nvSpPr>
          <p:spPr>
            <a:xfrm>
              <a:off x="8840966" y="4291505"/>
              <a:ext cx="118110" cy="130175"/>
            </a:xfrm>
            <a:custGeom>
              <a:avLst/>
              <a:gdLst/>
              <a:ahLst/>
              <a:cxnLst/>
              <a:rect l="l" t="t" r="r" b="b"/>
              <a:pathLst>
                <a:path w="118109" h="130175">
                  <a:moveTo>
                    <a:pt x="13817" y="130022"/>
                  </a:moveTo>
                  <a:lnTo>
                    <a:pt x="0" y="0"/>
                  </a:lnTo>
                  <a:lnTo>
                    <a:pt x="117690" y="56959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816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12E10-77A7-65FE-4483-6C93A070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3E4059E-2BC9-B50D-E563-D949FA96CC2E}"/>
              </a:ext>
            </a:extLst>
          </p:cNvPr>
          <p:cNvGrpSpPr/>
          <p:nvPr/>
        </p:nvGrpSpPr>
        <p:grpSpPr>
          <a:xfrm>
            <a:off x="450056" y="1760578"/>
            <a:ext cx="8221028" cy="1970246"/>
            <a:chOff x="600075" y="1966436"/>
            <a:chExt cx="10961370" cy="262699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A61CF46-68C2-411F-ABC4-4B3D0164C70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073" y="1966436"/>
              <a:ext cx="10929840" cy="2626869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D70165-277A-344B-7081-D8AA960A2492}"/>
                </a:ext>
              </a:extLst>
            </p:cNvPr>
            <p:cNvSpPr/>
            <p:nvPr/>
          </p:nvSpPr>
          <p:spPr>
            <a:xfrm>
              <a:off x="609600" y="3557055"/>
              <a:ext cx="5205095" cy="476250"/>
            </a:xfrm>
            <a:custGeom>
              <a:avLst/>
              <a:gdLst/>
              <a:ahLst/>
              <a:cxnLst/>
              <a:rect l="l" t="t" r="r" b="b"/>
              <a:pathLst>
                <a:path w="5205095" h="476250">
                  <a:moveTo>
                    <a:pt x="0" y="122237"/>
                  </a:moveTo>
                  <a:lnTo>
                    <a:pt x="9605" y="74655"/>
                  </a:lnTo>
                  <a:lnTo>
                    <a:pt x="35801" y="35801"/>
                  </a:lnTo>
                  <a:lnTo>
                    <a:pt x="74655" y="9605"/>
                  </a:lnTo>
                  <a:lnTo>
                    <a:pt x="122237" y="0"/>
                  </a:lnTo>
                  <a:lnTo>
                    <a:pt x="5082806" y="0"/>
                  </a:lnTo>
                  <a:lnTo>
                    <a:pt x="5130388" y="9605"/>
                  </a:lnTo>
                  <a:lnTo>
                    <a:pt x="5169242" y="35801"/>
                  </a:lnTo>
                  <a:lnTo>
                    <a:pt x="5195438" y="74655"/>
                  </a:lnTo>
                  <a:lnTo>
                    <a:pt x="5205044" y="122237"/>
                  </a:lnTo>
                  <a:lnTo>
                    <a:pt x="5205044" y="354012"/>
                  </a:lnTo>
                  <a:lnTo>
                    <a:pt x="5195438" y="401594"/>
                  </a:lnTo>
                  <a:lnTo>
                    <a:pt x="5169242" y="440448"/>
                  </a:lnTo>
                  <a:lnTo>
                    <a:pt x="5130388" y="466644"/>
                  </a:lnTo>
                  <a:lnTo>
                    <a:pt x="5082806" y="476250"/>
                  </a:lnTo>
                  <a:lnTo>
                    <a:pt x="122237" y="476250"/>
                  </a:lnTo>
                  <a:lnTo>
                    <a:pt x="74655" y="466644"/>
                  </a:lnTo>
                  <a:lnTo>
                    <a:pt x="35801" y="440448"/>
                  </a:lnTo>
                  <a:lnTo>
                    <a:pt x="9605" y="401594"/>
                  </a:lnTo>
                  <a:lnTo>
                    <a:pt x="0" y="354012"/>
                  </a:lnTo>
                  <a:lnTo>
                    <a:pt x="0" y="122237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E63682-6AFA-0355-0AB0-1D3734D18C13}"/>
                </a:ext>
              </a:extLst>
            </p:cNvPr>
            <p:cNvSpPr/>
            <p:nvPr/>
          </p:nvSpPr>
          <p:spPr>
            <a:xfrm>
              <a:off x="609600" y="4145871"/>
              <a:ext cx="508634" cy="375285"/>
            </a:xfrm>
            <a:custGeom>
              <a:avLst/>
              <a:gdLst/>
              <a:ahLst/>
              <a:cxnLst/>
              <a:rect l="l" t="t" r="r" b="b"/>
              <a:pathLst>
                <a:path w="508634" h="375285">
                  <a:moveTo>
                    <a:pt x="0" y="375170"/>
                  </a:moveTo>
                  <a:lnTo>
                    <a:pt x="508444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779777A-981F-38CD-C715-9578E3D390DD}"/>
                </a:ext>
              </a:extLst>
            </p:cNvPr>
            <p:cNvSpPr/>
            <p:nvPr/>
          </p:nvSpPr>
          <p:spPr>
            <a:xfrm>
              <a:off x="988364" y="4145869"/>
              <a:ext cx="130175" cy="119380"/>
            </a:xfrm>
            <a:custGeom>
              <a:avLst/>
              <a:gdLst/>
              <a:ahLst/>
              <a:cxnLst/>
              <a:rect l="l" t="t" r="r" b="b"/>
              <a:pathLst>
                <a:path w="130175" h="119379">
                  <a:moveTo>
                    <a:pt x="75412" y="118960"/>
                  </a:moveTo>
                  <a:lnTo>
                    <a:pt x="129679" y="0"/>
                  </a:lnTo>
                  <a:lnTo>
                    <a:pt x="0" y="16776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AAF04706-7923-D994-A398-1C382A2F76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Explore the outputs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A9FFF73-D16E-4509-18AB-ACB2E8A23F30}"/>
              </a:ext>
            </a:extLst>
          </p:cNvPr>
          <p:cNvSpPr txBox="1">
            <a:spLocks noGrp="1"/>
          </p:cNvSpPr>
          <p:nvPr>
            <p:ph type="ftr" sz="quarter" idx="4294967295"/>
          </p:nvPr>
        </p:nvSpPr>
        <p:spPr>
          <a:xfrm>
            <a:off x="8424863" y="6599238"/>
            <a:ext cx="71913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952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spc="-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184B9A5-D699-5079-A499-60AB2C38BE27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913813" y="6599238"/>
            <a:ext cx="23018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1" i="0">
                <a:solidFill>
                  <a:srgbClr val="3D8EDE"/>
                </a:solidFill>
                <a:latin typeface="Arial"/>
                <a:cs typeface="Arial"/>
              </a:defRPr>
            </a:lvl1pPr>
          </a:lstStyle>
          <a:p>
            <a:pPr marL="38100"/>
            <a:fld id="{81D60167-4931-47E6-BA6A-407CBD079E47}" type="slidenum">
              <a:rPr lang="en-US" b="0" spc="-25" smtClean="0">
                <a:latin typeface="Arial" panose="020B0604020202020204" pitchFamily="34" charset="0"/>
                <a:cs typeface="Arial" panose="020B0604020202020204" pitchFamily="34" charset="0"/>
              </a:rPr>
              <a:pPr marL="38100"/>
              <a:t>6</a:t>
            </a:fld>
            <a:endParaRPr b="0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718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4CAE-9C63-C53F-4586-CA708D7A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00F73D3-0837-40FF-0D77-813919C0AD64}"/>
              </a:ext>
            </a:extLst>
          </p:cNvPr>
          <p:cNvSpPr txBox="1">
            <a:spLocks noGrp="1"/>
          </p:cNvSpPr>
          <p:nvPr>
            <p:ph type="ftr" sz="quarter" idx="4294967295"/>
          </p:nvPr>
        </p:nvSpPr>
        <p:spPr>
          <a:xfrm>
            <a:off x="8424863" y="6599238"/>
            <a:ext cx="71913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952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spc="-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C02A646-EF84-ED3D-ACCA-C7CF35C9D02E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913813" y="6599238"/>
            <a:ext cx="23018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1" i="0">
                <a:solidFill>
                  <a:srgbClr val="3D8EDE"/>
                </a:solidFill>
                <a:latin typeface="Arial"/>
                <a:cs typeface="Arial"/>
              </a:defRPr>
            </a:lvl1pPr>
          </a:lstStyle>
          <a:p>
            <a:pPr marL="38100"/>
            <a:fld id="{81D60167-4931-47E6-BA6A-407CBD079E47}" type="slidenum">
              <a:rPr lang="en-US" b="0" spc="-25" smtClean="0">
                <a:latin typeface="Arial" panose="020B0604020202020204" pitchFamily="34" charset="0"/>
                <a:cs typeface="Arial" panose="020B0604020202020204" pitchFamily="34" charset="0"/>
              </a:rPr>
              <a:pPr marL="38100"/>
              <a:t>7</a:t>
            </a:fld>
            <a:endParaRPr b="0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044871E-B8CA-F27C-B355-AAD523667B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2200" y="1443843"/>
            <a:ext cx="4132958" cy="296882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FBE464B1-8F33-C592-0150-78138D57C4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641" y="1594739"/>
            <a:ext cx="4075980" cy="2837306"/>
          </a:xfrm>
          <a:prstGeom prst="rect">
            <a:avLst/>
          </a:prstGeom>
        </p:spPr>
      </p:pic>
      <p:sp>
        <p:nvSpPr>
          <p:cNvPr id="10" name="Title 10">
            <a:extLst>
              <a:ext uri="{FF2B5EF4-FFF2-40B4-BE49-F238E27FC236}">
                <a16:creationId xmlns:a16="http://schemas.microsoft.com/office/drawing/2014/main" id="{5AD2BF45-A606-3A25-CBAE-1F0311CE34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Explore the outputs</a:t>
            </a:r>
          </a:p>
        </p:txBody>
      </p:sp>
    </p:spTree>
    <p:extLst>
      <p:ext uri="{BB962C8B-B14F-4D97-AF65-F5344CB8AC3E}">
        <p14:creationId xmlns:p14="http://schemas.microsoft.com/office/powerpoint/2010/main" val="117346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88909-D456-4E4B-509A-9860588E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63C0B42-27A5-4200-FF6E-0C16873275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94" y="1187978"/>
            <a:ext cx="9108210" cy="554719"/>
          </a:xfrm>
          <a:prstGeom prst="rect">
            <a:avLst/>
          </a:prstGeom>
        </p:spPr>
      </p:pic>
      <p:grpSp>
        <p:nvGrpSpPr>
          <p:cNvPr id="5" name="object 5">
            <a:extLst>
              <a:ext uri="{FF2B5EF4-FFF2-40B4-BE49-F238E27FC236}">
                <a16:creationId xmlns:a16="http://schemas.microsoft.com/office/drawing/2014/main" id="{D6E232F1-CE3F-7220-621D-2DC7FCF208E1}"/>
              </a:ext>
            </a:extLst>
          </p:cNvPr>
          <p:cNvGrpSpPr/>
          <p:nvPr/>
        </p:nvGrpSpPr>
        <p:grpSpPr>
          <a:xfrm>
            <a:off x="54079" y="1282582"/>
            <a:ext cx="925830" cy="371475"/>
            <a:chOff x="72105" y="1329109"/>
            <a:chExt cx="1234440" cy="49530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6CDF6A5-0BE5-5B76-7E78-D33F09DD6E72}"/>
                </a:ext>
              </a:extLst>
            </p:cNvPr>
            <p:cNvSpPr/>
            <p:nvPr/>
          </p:nvSpPr>
          <p:spPr>
            <a:xfrm>
              <a:off x="81630" y="1338634"/>
              <a:ext cx="524510" cy="476250"/>
            </a:xfrm>
            <a:custGeom>
              <a:avLst/>
              <a:gdLst/>
              <a:ahLst/>
              <a:cxnLst/>
              <a:rect l="l" t="t" r="r" b="b"/>
              <a:pathLst>
                <a:path w="524510" h="476250">
                  <a:moveTo>
                    <a:pt x="0" y="211137"/>
                  </a:moveTo>
                  <a:lnTo>
                    <a:pt x="5576" y="162724"/>
                  </a:lnTo>
                  <a:lnTo>
                    <a:pt x="21459" y="118283"/>
                  </a:lnTo>
                  <a:lnTo>
                    <a:pt x="46383" y="79080"/>
                  </a:lnTo>
                  <a:lnTo>
                    <a:pt x="79080" y="46383"/>
                  </a:lnTo>
                  <a:lnTo>
                    <a:pt x="118283" y="21459"/>
                  </a:lnTo>
                  <a:lnTo>
                    <a:pt x="162724" y="5576"/>
                  </a:lnTo>
                  <a:lnTo>
                    <a:pt x="211137" y="0"/>
                  </a:lnTo>
                  <a:lnTo>
                    <a:pt x="313093" y="0"/>
                  </a:lnTo>
                  <a:lnTo>
                    <a:pt x="361502" y="5576"/>
                  </a:lnTo>
                  <a:lnTo>
                    <a:pt x="405941" y="21459"/>
                  </a:lnTo>
                  <a:lnTo>
                    <a:pt x="445144" y="46383"/>
                  </a:lnTo>
                  <a:lnTo>
                    <a:pt x="477843" y="79080"/>
                  </a:lnTo>
                  <a:lnTo>
                    <a:pt x="502768" y="118283"/>
                  </a:lnTo>
                  <a:lnTo>
                    <a:pt x="518653" y="162724"/>
                  </a:lnTo>
                  <a:lnTo>
                    <a:pt x="524230" y="211137"/>
                  </a:lnTo>
                  <a:lnTo>
                    <a:pt x="524230" y="265112"/>
                  </a:lnTo>
                  <a:lnTo>
                    <a:pt x="518653" y="313521"/>
                  </a:lnTo>
                  <a:lnTo>
                    <a:pt x="502768" y="357961"/>
                  </a:lnTo>
                  <a:lnTo>
                    <a:pt x="477843" y="397164"/>
                  </a:lnTo>
                  <a:lnTo>
                    <a:pt x="445144" y="429862"/>
                  </a:lnTo>
                  <a:lnTo>
                    <a:pt x="405941" y="454788"/>
                  </a:lnTo>
                  <a:lnTo>
                    <a:pt x="361502" y="470673"/>
                  </a:lnTo>
                  <a:lnTo>
                    <a:pt x="313093" y="476250"/>
                  </a:lnTo>
                  <a:lnTo>
                    <a:pt x="211137" y="476250"/>
                  </a:lnTo>
                  <a:lnTo>
                    <a:pt x="162724" y="470673"/>
                  </a:lnTo>
                  <a:lnTo>
                    <a:pt x="118283" y="454788"/>
                  </a:lnTo>
                  <a:lnTo>
                    <a:pt x="79080" y="429862"/>
                  </a:lnTo>
                  <a:lnTo>
                    <a:pt x="46383" y="397164"/>
                  </a:lnTo>
                  <a:lnTo>
                    <a:pt x="21459" y="357961"/>
                  </a:lnTo>
                  <a:lnTo>
                    <a:pt x="5576" y="313521"/>
                  </a:lnTo>
                  <a:lnTo>
                    <a:pt x="0" y="265112"/>
                  </a:lnTo>
                  <a:lnTo>
                    <a:pt x="0" y="211137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295719-C78A-A9D6-A591-1A6ABC010CC8}"/>
                </a:ext>
              </a:extLst>
            </p:cNvPr>
            <p:cNvSpPr/>
            <p:nvPr/>
          </p:nvSpPr>
          <p:spPr>
            <a:xfrm>
              <a:off x="706991" y="1645194"/>
              <a:ext cx="589915" cy="64769"/>
            </a:xfrm>
            <a:custGeom>
              <a:avLst/>
              <a:gdLst/>
              <a:ahLst/>
              <a:cxnLst/>
              <a:rect l="l" t="t" r="r" b="b"/>
              <a:pathLst>
                <a:path w="589915" h="64769">
                  <a:moveTo>
                    <a:pt x="589559" y="64541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2869538-0664-382F-D9EF-9E146A4352F4}"/>
                </a:ext>
              </a:extLst>
            </p:cNvPr>
            <p:cNvSpPr/>
            <p:nvPr/>
          </p:nvSpPr>
          <p:spPr>
            <a:xfrm>
              <a:off x="706997" y="1594512"/>
              <a:ext cx="120650" cy="126364"/>
            </a:xfrm>
            <a:custGeom>
              <a:avLst/>
              <a:gdLst/>
              <a:ahLst/>
              <a:cxnLst/>
              <a:rect l="l" t="t" r="r" b="b"/>
              <a:pathLst>
                <a:path w="120650" h="126364">
                  <a:moveTo>
                    <a:pt x="106705" y="126250"/>
                  </a:moveTo>
                  <a:lnTo>
                    <a:pt x="0" y="50685"/>
                  </a:lnTo>
                  <a:lnTo>
                    <a:pt x="120535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object 9">
            <a:extLst>
              <a:ext uri="{FF2B5EF4-FFF2-40B4-BE49-F238E27FC236}">
                <a16:creationId xmlns:a16="http://schemas.microsoft.com/office/drawing/2014/main" id="{C849B8AC-F6F4-56E7-3814-F35A3ACB4D38}"/>
              </a:ext>
            </a:extLst>
          </p:cNvPr>
          <p:cNvGrpSpPr/>
          <p:nvPr/>
        </p:nvGrpSpPr>
        <p:grpSpPr>
          <a:xfrm>
            <a:off x="973963" y="2095285"/>
            <a:ext cx="6727508" cy="2966561"/>
            <a:chOff x="1298618" y="2412712"/>
            <a:chExt cx="8970010" cy="3955415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E1E82540-F79F-17FA-FDA4-103BE0CB9D0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2927" y="3565366"/>
              <a:ext cx="2600679" cy="2267257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AFB96556-8AA2-CAF4-0008-A6F5CB9AEA7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7791" y="2412712"/>
              <a:ext cx="3040462" cy="3955130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78764996-7834-1CF4-04B1-A610BB930C4F}"/>
                </a:ext>
              </a:extLst>
            </p:cNvPr>
            <p:cNvSpPr/>
            <p:nvPr/>
          </p:nvSpPr>
          <p:spPr>
            <a:xfrm>
              <a:off x="1870471" y="3762220"/>
              <a:ext cx="2740025" cy="365760"/>
            </a:xfrm>
            <a:custGeom>
              <a:avLst/>
              <a:gdLst/>
              <a:ahLst/>
              <a:cxnLst/>
              <a:rect l="l" t="t" r="r" b="b"/>
              <a:pathLst>
                <a:path w="2740025" h="365760">
                  <a:moveTo>
                    <a:pt x="0" y="93751"/>
                  </a:moveTo>
                  <a:lnTo>
                    <a:pt x="7367" y="57258"/>
                  </a:lnTo>
                  <a:lnTo>
                    <a:pt x="27458" y="27458"/>
                  </a:lnTo>
                  <a:lnTo>
                    <a:pt x="57258" y="7367"/>
                  </a:lnTo>
                  <a:lnTo>
                    <a:pt x="93751" y="0"/>
                  </a:lnTo>
                  <a:lnTo>
                    <a:pt x="2646057" y="0"/>
                  </a:lnTo>
                  <a:lnTo>
                    <a:pt x="2682550" y="7367"/>
                  </a:lnTo>
                  <a:lnTo>
                    <a:pt x="2712350" y="27458"/>
                  </a:lnTo>
                  <a:lnTo>
                    <a:pt x="2732441" y="57258"/>
                  </a:lnTo>
                  <a:lnTo>
                    <a:pt x="2739809" y="93751"/>
                  </a:lnTo>
                  <a:lnTo>
                    <a:pt x="2739809" y="271526"/>
                  </a:lnTo>
                  <a:lnTo>
                    <a:pt x="2732441" y="308018"/>
                  </a:lnTo>
                  <a:lnTo>
                    <a:pt x="2712350" y="337818"/>
                  </a:lnTo>
                  <a:lnTo>
                    <a:pt x="2682550" y="357910"/>
                  </a:lnTo>
                  <a:lnTo>
                    <a:pt x="2646057" y="365277"/>
                  </a:lnTo>
                  <a:lnTo>
                    <a:pt x="93751" y="365277"/>
                  </a:lnTo>
                  <a:lnTo>
                    <a:pt x="57258" y="357910"/>
                  </a:lnTo>
                  <a:lnTo>
                    <a:pt x="27458" y="337818"/>
                  </a:lnTo>
                  <a:lnTo>
                    <a:pt x="7367" y="308018"/>
                  </a:lnTo>
                  <a:lnTo>
                    <a:pt x="0" y="271526"/>
                  </a:lnTo>
                  <a:lnTo>
                    <a:pt x="0" y="93751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1395454-AEC6-9F1F-3699-E1F137B76B14}"/>
                </a:ext>
              </a:extLst>
            </p:cNvPr>
            <p:cNvSpPr/>
            <p:nvPr/>
          </p:nvSpPr>
          <p:spPr>
            <a:xfrm>
              <a:off x="1308143" y="4139156"/>
              <a:ext cx="508634" cy="375285"/>
            </a:xfrm>
            <a:custGeom>
              <a:avLst/>
              <a:gdLst/>
              <a:ahLst/>
              <a:cxnLst/>
              <a:rect l="l" t="t" r="r" b="b"/>
              <a:pathLst>
                <a:path w="508635" h="375285">
                  <a:moveTo>
                    <a:pt x="0" y="375170"/>
                  </a:moveTo>
                  <a:lnTo>
                    <a:pt x="508444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06D7938-1F75-C45F-8ADB-4D3F6C60203B}"/>
                </a:ext>
              </a:extLst>
            </p:cNvPr>
            <p:cNvSpPr/>
            <p:nvPr/>
          </p:nvSpPr>
          <p:spPr>
            <a:xfrm>
              <a:off x="1686908" y="4139153"/>
              <a:ext cx="130175" cy="119380"/>
            </a:xfrm>
            <a:custGeom>
              <a:avLst/>
              <a:gdLst/>
              <a:ahLst/>
              <a:cxnLst/>
              <a:rect l="l" t="t" r="r" b="b"/>
              <a:pathLst>
                <a:path w="130175" h="119379">
                  <a:moveTo>
                    <a:pt x="75412" y="118960"/>
                  </a:moveTo>
                  <a:lnTo>
                    <a:pt x="129679" y="0"/>
                  </a:lnTo>
                  <a:lnTo>
                    <a:pt x="0" y="16776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2C294A2-3379-E806-678E-621EB95F3AB4}"/>
                </a:ext>
              </a:extLst>
            </p:cNvPr>
            <p:cNvSpPr/>
            <p:nvPr/>
          </p:nvSpPr>
          <p:spPr>
            <a:xfrm>
              <a:off x="4610285" y="3003927"/>
              <a:ext cx="2580640" cy="941069"/>
            </a:xfrm>
            <a:custGeom>
              <a:avLst/>
              <a:gdLst/>
              <a:ahLst/>
              <a:cxnLst/>
              <a:rect l="l" t="t" r="r" b="b"/>
              <a:pathLst>
                <a:path w="2580640" h="941070">
                  <a:moveTo>
                    <a:pt x="0" y="940930"/>
                  </a:moveTo>
                  <a:lnTo>
                    <a:pt x="2580144" y="0"/>
                  </a:lnTo>
                </a:path>
              </a:pathLst>
            </a:custGeom>
            <a:ln w="19049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EBFB321E-B9E0-0178-3446-AED4B0682002}"/>
                </a:ext>
              </a:extLst>
            </p:cNvPr>
            <p:cNvSpPr/>
            <p:nvPr/>
          </p:nvSpPr>
          <p:spPr>
            <a:xfrm>
              <a:off x="7061288" y="2983429"/>
              <a:ext cx="129539" cy="119380"/>
            </a:xfrm>
            <a:custGeom>
              <a:avLst/>
              <a:gdLst/>
              <a:ahLst/>
              <a:cxnLst/>
              <a:rect l="l" t="t" r="r" b="b"/>
              <a:pathLst>
                <a:path w="129540" h="119380">
                  <a:moveTo>
                    <a:pt x="43522" y="119316"/>
                  </a:moveTo>
                  <a:lnTo>
                    <a:pt x="129146" y="20497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18" name="Title 17">
            <a:extLst>
              <a:ext uri="{FF2B5EF4-FFF2-40B4-BE49-F238E27FC236}">
                <a16:creationId xmlns:a16="http://schemas.microsoft.com/office/drawing/2014/main" id="{5A493C69-1263-58CF-04ED-511A697577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Modeling charged particle populations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4D49EDE-9ED8-0FAA-FF81-D1001C77684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1780709"/>
            <a:ext cx="4956570" cy="757987"/>
          </a:xfrm>
        </p:spPr>
        <p:txBody>
          <a:bodyPr/>
          <a:lstStyle/>
          <a:p>
            <a:r>
              <a:rPr lang="en-US" sz="1600" dirty="0"/>
              <a:t>Click UP and return to Main Menu</a:t>
            </a:r>
          </a:p>
          <a:p>
            <a:r>
              <a:rPr lang="en-US" sz="1600" dirty="0"/>
              <a:t>Click RADIATION SOURCES AND EFFECTS</a:t>
            </a:r>
          </a:p>
          <a:p>
            <a:r>
              <a:rPr lang="en-US" sz="1600" dirty="0"/>
              <a:t>Let’s start with Trapped Particles</a:t>
            </a:r>
          </a:p>
        </p:txBody>
      </p:sp>
    </p:spTree>
    <p:extLst>
      <p:ext uri="{BB962C8B-B14F-4D97-AF65-F5344CB8AC3E}">
        <p14:creationId xmlns:p14="http://schemas.microsoft.com/office/powerpoint/2010/main" val="3009226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47D8-FC8F-D13B-C70A-34E0DAB7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05469C1-AA51-912C-45F0-0F95FC2DED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7022" y="2574007"/>
            <a:ext cx="5237094" cy="181476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3D09745-781E-D6CF-5D12-B7BDE5BA7C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 AP8 / AE8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D474B9-AD48-380C-E459-C6193C0340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400" dirty="0"/>
              <a:t>SPENVIS includes options for Trapped Particles</a:t>
            </a:r>
          </a:p>
          <a:p>
            <a:pPr lvl="1"/>
            <a:r>
              <a:rPr lang="en-US" sz="2400" dirty="0"/>
              <a:t>IRENE (Ver. 1.50), SSREM, CRRESPRO, …</a:t>
            </a:r>
          </a:p>
          <a:p>
            <a:pPr lvl="1"/>
            <a:r>
              <a:rPr lang="en-US" sz="2400" dirty="0"/>
              <a:t>AP8 / AE8 is fast for illustrative purposes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6039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BA15-D18A-F36B-5B58-D92CC1CF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566B6-6C03-459E-69B2-AF433DB1DC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400" dirty="0"/>
              <a:t>Generate a Proton spectrum for this mission (flux vs. energy)</a:t>
            </a:r>
          </a:p>
          <a:p>
            <a:pPr lvl="1"/>
            <a:r>
              <a:rPr lang="en-US" sz="2400" dirty="0"/>
              <a:t>Review the Report file </a:t>
            </a:r>
          </a:p>
          <a:p>
            <a:pPr lvl="1"/>
            <a:r>
              <a:rPr lang="en-US" sz="2400" dirty="0">
                <a:solidFill>
                  <a:schemeClr val="accent3"/>
                </a:solidFill>
              </a:rPr>
              <a:t>[What sort of information is available here?]</a:t>
            </a:r>
          </a:p>
          <a:p>
            <a:r>
              <a:rPr lang="en-US" sz="2400" dirty="0"/>
              <a:t>Generate a Time plot of proton flux &gt;200 MeV for this mission</a:t>
            </a:r>
          </a:p>
          <a:p>
            <a:r>
              <a:rPr lang="en-US" sz="2400" dirty="0"/>
              <a:t>Generate a World map of proton flux &gt;200 MeV for this mission</a:t>
            </a:r>
          </a:p>
          <a:p>
            <a:pPr lvl="1"/>
            <a:r>
              <a:rPr lang="en-US" sz="2400" dirty="0">
                <a:solidFill>
                  <a:schemeClr val="accent3"/>
                </a:solidFill>
              </a:rPr>
              <a:t>[Why 200 MeV?]</a:t>
            </a:r>
          </a:p>
          <a:p>
            <a:pPr lvl="1"/>
            <a:r>
              <a:rPr lang="en-US" sz="2400" dirty="0">
                <a:solidFill>
                  <a:schemeClr val="accent3"/>
                </a:solidFill>
              </a:rPr>
              <a:t>[What sort of observations can you make?]</a:t>
            </a:r>
          </a:p>
          <a:p>
            <a:endParaRPr lang="en-US" sz="2400" dirty="0"/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9B546314-D664-F677-EA60-07AB5D9A9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Explore the outputs</a:t>
            </a:r>
          </a:p>
        </p:txBody>
      </p:sp>
    </p:spTree>
    <p:extLst>
      <p:ext uri="{BB962C8B-B14F-4D97-AF65-F5344CB8AC3E}">
        <p14:creationId xmlns:p14="http://schemas.microsoft.com/office/powerpoint/2010/main" val="265152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5155-2A91-76F5-4F73-31F1AA1AA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0">
            <a:extLst>
              <a:ext uri="{FF2B5EF4-FFF2-40B4-BE49-F238E27FC236}">
                <a16:creationId xmlns:a16="http://schemas.microsoft.com/office/drawing/2014/main" id="{C207F478-BA67-D8D2-9246-DC7FC12EB7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Explore the outputs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E0BA336-FCD4-D4FB-2823-CA540C8C2040}"/>
              </a:ext>
            </a:extLst>
          </p:cNvPr>
          <p:cNvSpPr txBox="1">
            <a:spLocks noGrp="1"/>
          </p:cNvSpPr>
          <p:nvPr>
            <p:ph type="ftr" sz="quarter" idx="4294967295"/>
          </p:nvPr>
        </p:nvSpPr>
        <p:spPr>
          <a:xfrm>
            <a:off x="8424863" y="6599238"/>
            <a:ext cx="71913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952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spc="-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6EC2EC7-0555-963E-B10B-B4D6256C99F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913813" y="6599238"/>
            <a:ext cx="23018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1" i="0">
                <a:solidFill>
                  <a:srgbClr val="3D8EDE"/>
                </a:solidFill>
                <a:latin typeface="Arial"/>
                <a:cs typeface="Arial"/>
              </a:defRPr>
            </a:lvl1pPr>
          </a:lstStyle>
          <a:p>
            <a:pPr marL="38100"/>
            <a:fld id="{81D60167-4931-47E6-BA6A-407CBD079E47}" type="slidenum">
              <a:rPr lang="en-US" b="0" spc="-25" smtClean="0">
                <a:latin typeface="Arial" panose="020B0604020202020204" pitchFamily="34" charset="0"/>
                <a:cs typeface="Arial" panose="020B0604020202020204" pitchFamily="34" charset="0"/>
              </a:rPr>
              <a:pPr marL="38100"/>
              <a:t>11</a:t>
            </a:fld>
            <a:endParaRPr b="0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BED0CFC-82C6-08B9-1529-3A93B0B28D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364" y="1476375"/>
            <a:ext cx="850473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85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D17E9-2D43-FBD5-182F-298FA4F4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5F8E6AF-816F-6627-588C-EEBDB3E8F2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94" y="1187978"/>
            <a:ext cx="9108210" cy="554719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CCF130C6-3EDF-D297-8D46-C814D44A23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Modeling charged particle populations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B3C9BDA-E66A-CA4D-8211-C9D34E7631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1870063"/>
            <a:ext cx="7826770" cy="3430070"/>
          </a:xfrm>
        </p:spPr>
        <p:txBody>
          <a:bodyPr/>
          <a:lstStyle/>
          <a:p>
            <a:r>
              <a:rPr lang="en-US" sz="1600" dirty="0"/>
              <a:t>Click UP and return to Main Menu</a:t>
            </a:r>
          </a:p>
          <a:p>
            <a:r>
              <a:rPr lang="en-US" sz="1600" dirty="0"/>
              <a:t>Click RADIATION SOURCES AND EFFECTS</a:t>
            </a:r>
          </a:p>
          <a:p>
            <a:r>
              <a:rPr lang="en-US" sz="1600" dirty="0"/>
              <a:t>Let’s add Solar particles</a:t>
            </a:r>
          </a:p>
          <a:p>
            <a:endParaRPr lang="en-US" sz="1200" dirty="0"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D2D87DD0-00CD-0C01-E4FA-EB244AED3F92}"/>
              </a:ext>
            </a:extLst>
          </p:cNvPr>
          <p:cNvGrpSpPr/>
          <p:nvPr/>
        </p:nvGrpSpPr>
        <p:grpSpPr>
          <a:xfrm>
            <a:off x="54079" y="1282582"/>
            <a:ext cx="925830" cy="371475"/>
            <a:chOff x="72105" y="1329109"/>
            <a:chExt cx="1234440" cy="49530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E264EED-4068-4338-8EA4-BC9DDF23FBD8}"/>
                </a:ext>
              </a:extLst>
            </p:cNvPr>
            <p:cNvSpPr/>
            <p:nvPr/>
          </p:nvSpPr>
          <p:spPr>
            <a:xfrm>
              <a:off x="81630" y="1338634"/>
              <a:ext cx="524510" cy="476250"/>
            </a:xfrm>
            <a:custGeom>
              <a:avLst/>
              <a:gdLst/>
              <a:ahLst/>
              <a:cxnLst/>
              <a:rect l="l" t="t" r="r" b="b"/>
              <a:pathLst>
                <a:path w="524510" h="476250">
                  <a:moveTo>
                    <a:pt x="0" y="211137"/>
                  </a:moveTo>
                  <a:lnTo>
                    <a:pt x="5576" y="162724"/>
                  </a:lnTo>
                  <a:lnTo>
                    <a:pt x="21459" y="118283"/>
                  </a:lnTo>
                  <a:lnTo>
                    <a:pt x="46383" y="79080"/>
                  </a:lnTo>
                  <a:lnTo>
                    <a:pt x="79080" y="46383"/>
                  </a:lnTo>
                  <a:lnTo>
                    <a:pt x="118283" y="21459"/>
                  </a:lnTo>
                  <a:lnTo>
                    <a:pt x="162724" y="5576"/>
                  </a:lnTo>
                  <a:lnTo>
                    <a:pt x="211137" y="0"/>
                  </a:lnTo>
                  <a:lnTo>
                    <a:pt x="313093" y="0"/>
                  </a:lnTo>
                  <a:lnTo>
                    <a:pt x="361502" y="5576"/>
                  </a:lnTo>
                  <a:lnTo>
                    <a:pt x="405941" y="21459"/>
                  </a:lnTo>
                  <a:lnTo>
                    <a:pt x="445144" y="46383"/>
                  </a:lnTo>
                  <a:lnTo>
                    <a:pt x="477843" y="79080"/>
                  </a:lnTo>
                  <a:lnTo>
                    <a:pt x="502768" y="118283"/>
                  </a:lnTo>
                  <a:lnTo>
                    <a:pt x="518653" y="162724"/>
                  </a:lnTo>
                  <a:lnTo>
                    <a:pt x="524230" y="211137"/>
                  </a:lnTo>
                  <a:lnTo>
                    <a:pt x="524230" y="265112"/>
                  </a:lnTo>
                  <a:lnTo>
                    <a:pt x="518653" y="313521"/>
                  </a:lnTo>
                  <a:lnTo>
                    <a:pt x="502768" y="357961"/>
                  </a:lnTo>
                  <a:lnTo>
                    <a:pt x="477843" y="397164"/>
                  </a:lnTo>
                  <a:lnTo>
                    <a:pt x="445144" y="429862"/>
                  </a:lnTo>
                  <a:lnTo>
                    <a:pt x="405941" y="454788"/>
                  </a:lnTo>
                  <a:lnTo>
                    <a:pt x="361502" y="470673"/>
                  </a:lnTo>
                  <a:lnTo>
                    <a:pt x="313093" y="476250"/>
                  </a:lnTo>
                  <a:lnTo>
                    <a:pt x="211137" y="476250"/>
                  </a:lnTo>
                  <a:lnTo>
                    <a:pt x="162724" y="470673"/>
                  </a:lnTo>
                  <a:lnTo>
                    <a:pt x="118283" y="454788"/>
                  </a:lnTo>
                  <a:lnTo>
                    <a:pt x="79080" y="429862"/>
                  </a:lnTo>
                  <a:lnTo>
                    <a:pt x="46383" y="397164"/>
                  </a:lnTo>
                  <a:lnTo>
                    <a:pt x="21459" y="357961"/>
                  </a:lnTo>
                  <a:lnTo>
                    <a:pt x="5576" y="313521"/>
                  </a:lnTo>
                  <a:lnTo>
                    <a:pt x="0" y="265112"/>
                  </a:lnTo>
                  <a:lnTo>
                    <a:pt x="0" y="211137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DA98585-1916-48B7-302B-CF217BBCD73D}"/>
                </a:ext>
              </a:extLst>
            </p:cNvPr>
            <p:cNvSpPr/>
            <p:nvPr/>
          </p:nvSpPr>
          <p:spPr>
            <a:xfrm>
              <a:off x="706991" y="1645194"/>
              <a:ext cx="589915" cy="64769"/>
            </a:xfrm>
            <a:custGeom>
              <a:avLst/>
              <a:gdLst/>
              <a:ahLst/>
              <a:cxnLst/>
              <a:rect l="l" t="t" r="r" b="b"/>
              <a:pathLst>
                <a:path w="589915" h="64769">
                  <a:moveTo>
                    <a:pt x="589559" y="64541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1720713-1793-229C-8E7E-B4E629ED9BBC}"/>
                </a:ext>
              </a:extLst>
            </p:cNvPr>
            <p:cNvSpPr/>
            <p:nvPr/>
          </p:nvSpPr>
          <p:spPr>
            <a:xfrm>
              <a:off x="706997" y="1594512"/>
              <a:ext cx="120650" cy="126364"/>
            </a:xfrm>
            <a:custGeom>
              <a:avLst/>
              <a:gdLst/>
              <a:ahLst/>
              <a:cxnLst/>
              <a:rect l="l" t="t" r="r" b="b"/>
              <a:pathLst>
                <a:path w="120650" h="126364">
                  <a:moveTo>
                    <a:pt x="106705" y="126250"/>
                  </a:moveTo>
                  <a:lnTo>
                    <a:pt x="0" y="50685"/>
                  </a:lnTo>
                  <a:lnTo>
                    <a:pt x="120535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object 9">
            <a:extLst>
              <a:ext uri="{FF2B5EF4-FFF2-40B4-BE49-F238E27FC236}">
                <a16:creationId xmlns:a16="http://schemas.microsoft.com/office/drawing/2014/main" id="{C33C8DC0-D42F-3C28-0737-D29E8C06D293}"/>
              </a:ext>
            </a:extLst>
          </p:cNvPr>
          <p:cNvGrpSpPr/>
          <p:nvPr/>
        </p:nvGrpSpPr>
        <p:grpSpPr>
          <a:xfrm>
            <a:off x="973963" y="2095285"/>
            <a:ext cx="6727508" cy="2966561"/>
            <a:chOff x="1298618" y="2412712"/>
            <a:chExt cx="8970010" cy="3955415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8FF08521-680A-EBA9-F3B7-4F129842562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2927" y="3565366"/>
              <a:ext cx="2600679" cy="2267257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E0B9C903-19CC-2932-A219-D3561E80554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7791" y="2412712"/>
              <a:ext cx="3040462" cy="3955130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C86401E1-BD98-F32B-B47B-7AD10DA661AD}"/>
                </a:ext>
              </a:extLst>
            </p:cNvPr>
            <p:cNvSpPr/>
            <p:nvPr/>
          </p:nvSpPr>
          <p:spPr>
            <a:xfrm>
              <a:off x="1870471" y="3762220"/>
              <a:ext cx="2740025" cy="365760"/>
            </a:xfrm>
            <a:custGeom>
              <a:avLst/>
              <a:gdLst/>
              <a:ahLst/>
              <a:cxnLst/>
              <a:rect l="l" t="t" r="r" b="b"/>
              <a:pathLst>
                <a:path w="2740025" h="365760">
                  <a:moveTo>
                    <a:pt x="0" y="93751"/>
                  </a:moveTo>
                  <a:lnTo>
                    <a:pt x="7367" y="57258"/>
                  </a:lnTo>
                  <a:lnTo>
                    <a:pt x="27458" y="27458"/>
                  </a:lnTo>
                  <a:lnTo>
                    <a:pt x="57258" y="7367"/>
                  </a:lnTo>
                  <a:lnTo>
                    <a:pt x="93751" y="0"/>
                  </a:lnTo>
                  <a:lnTo>
                    <a:pt x="2646057" y="0"/>
                  </a:lnTo>
                  <a:lnTo>
                    <a:pt x="2682550" y="7367"/>
                  </a:lnTo>
                  <a:lnTo>
                    <a:pt x="2712350" y="27458"/>
                  </a:lnTo>
                  <a:lnTo>
                    <a:pt x="2732441" y="57258"/>
                  </a:lnTo>
                  <a:lnTo>
                    <a:pt x="2739809" y="93751"/>
                  </a:lnTo>
                  <a:lnTo>
                    <a:pt x="2739809" y="271526"/>
                  </a:lnTo>
                  <a:lnTo>
                    <a:pt x="2732441" y="308018"/>
                  </a:lnTo>
                  <a:lnTo>
                    <a:pt x="2712350" y="337818"/>
                  </a:lnTo>
                  <a:lnTo>
                    <a:pt x="2682550" y="357910"/>
                  </a:lnTo>
                  <a:lnTo>
                    <a:pt x="2646057" y="365277"/>
                  </a:lnTo>
                  <a:lnTo>
                    <a:pt x="93751" y="365277"/>
                  </a:lnTo>
                  <a:lnTo>
                    <a:pt x="57258" y="357910"/>
                  </a:lnTo>
                  <a:lnTo>
                    <a:pt x="27458" y="337818"/>
                  </a:lnTo>
                  <a:lnTo>
                    <a:pt x="7367" y="308018"/>
                  </a:lnTo>
                  <a:lnTo>
                    <a:pt x="0" y="271526"/>
                  </a:lnTo>
                  <a:lnTo>
                    <a:pt x="0" y="93751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C530E674-5E74-83F8-B743-D93BFEC1D921}"/>
                </a:ext>
              </a:extLst>
            </p:cNvPr>
            <p:cNvSpPr/>
            <p:nvPr/>
          </p:nvSpPr>
          <p:spPr>
            <a:xfrm>
              <a:off x="1308143" y="4139156"/>
              <a:ext cx="508634" cy="375285"/>
            </a:xfrm>
            <a:custGeom>
              <a:avLst/>
              <a:gdLst/>
              <a:ahLst/>
              <a:cxnLst/>
              <a:rect l="l" t="t" r="r" b="b"/>
              <a:pathLst>
                <a:path w="508635" h="375285">
                  <a:moveTo>
                    <a:pt x="0" y="375170"/>
                  </a:moveTo>
                  <a:lnTo>
                    <a:pt x="508444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A47C5D9-6163-2272-37E3-2505449228A2}"/>
                </a:ext>
              </a:extLst>
            </p:cNvPr>
            <p:cNvSpPr/>
            <p:nvPr/>
          </p:nvSpPr>
          <p:spPr>
            <a:xfrm>
              <a:off x="1686908" y="4139153"/>
              <a:ext cx="130175" cy="119380"/>
            </a:xfrm>
            <a:custGeom>
              <a:avLst/>
              <a:gdLst/>
              <a:ahLst/>
              <a:cxnLst/>
              <a:rect l="l" t="t" r="r" b="b"/>
              <a:pathLst>
                <a:path w="130175" h="119379">
                  <a:moveTo>
                    <a:pt x="75412" y="118960"/>
                  </a:moveTo>
                  <a:lnTo>
                    <a:pt x="129679" y="0"/>
                  </a:lnTo>
                  <a:lnTo>
                    <a:pt x="0" y="16776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11130C5F-75CF-2EA1-9691-94F222FC9AF4}"/>
                </a:ext>
              </a:extLst>
            </p:cNvPr>
            <p:cNvSpPr/>
            <p:nvPr/>
          </p:nvSpPr>
          <p:spPr>
            <a:xfrm>
              <a:off x="4610285" y="3319319"/>
              <a:ext cx="2580005" cy="626110"/>
            </a:xfrm>
            <a:custGeom>
              <a:avLst/>
              <a:gdLst/>
              <a:ahLst/>
              <a:cxnLst/>
              <a:rect l="l" t="t" r="r" b="b"/>
              <a:pathLst>
                <a:path w="2580004" h="626110">
                  <a:moveTo>
                    <a:pt x="0" y="625538"/>
                  </a:moveTo>
                  <a:lnTo>
                    <a:pt x="2579509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FDB75BB-D3DD-95FC-4175-757763D02541}"/>
                </a:ext>
              </a:extLst>
            </p:cNvPr>
            <p:cNvSpPr/>
            <p:nvPr/>
          </p:nvSpPr>
          <p:spPr>
            <a:xfrm>
              <a:off x="7063752" y="3284559"/>
              <a:ext cx="126364" cy="123825"/>
            </a:xfrm>
            <a:custGeom>
              <a:avLst/>
              <a:gdLst/>
              <a:ahLst/>
              <a:cxnLst/>
              <a:rect l="l" t="t" r="r" b="b"/>
              <a:pathLst>
                <a:path w="126365" h="123825">
                  <a:moveTo>
                    <a:pt x="29933" y="123418"/>
                  </a:moveTo>
                  <a:lnTo>
                    <a:pt x="126047" y="34759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209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90624-CE88-F119-FE99-EC45D1F63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614E694-40B6-E723-6578-032E252BC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 CREME-96 Worst Day (WD)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1EDFCB-8F12-5E93-AE12-BD03C449E9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dirty="0"/>
              <a:t>Other options available (SAPPHIRE, CREME-86, …)</a:t>
            </a:r>
          </a:p>
          <a:p>
            <a:r>
              <a:rPr lang="en-US" sz="1800" dirty="0"/>
              <a:t>Why CREME-96?</a:t>
            </a:r>
          </a:p>
          <a:p>
            <a:pPr lvl="1"/>
            <a:r>
              <a:rPr lang="en-US" sz="1800" dirty="0"/>
              <a:t>Compatibility with SIRE-2, CREME-MC, …</a:t>
            </a:r>
          </a:p>
          <a:p>
            <a:r>
              <a:rPr lang="en-US" sz="1800" dirty="0"/>
              <a:t>Leave the Magnetic shielding as defaults</a:t>
            </a:r>
          </a:p>
          <a:p>
            <a:endParaRPr lang="en-US" sz="18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CE701E9-7090-1C84-7F00-332C830D4A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5122" y="2553817"/>
            <a:ext cx="3393752" cy="112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02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D4A6F-3613-E6DA-C81A-7FC7F331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A7BAC-93B4-79E1-EFE4-FF4E247EEF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400" dirty="0"/>
              <a:t>Generate a Heavy Ion spectra for Xe (Z=54) for this mission (flux vs. energy)</a:t>
            </a:r>
          </a:p>
          <a:p>
            <a:r>
              <a:rPr lang="en-US" sz="2400" dirty="0"/>
              <a:t>Generate a World map of proton attenuation factor for &gt;200 MeV for this mission</a:t>
            </a:r>
          </a:p>
          <a:p>
            <a:pPr lvl="1"/>
            <a:r>
              <a:rPr lang="en-US" sz="2400" dirty="0">
                <a:solidFill>
                  <a:schemeClr val="accent3"/>
                </a:solidFill>
              </a:rPr>
              <a:t>[Why 200 MeV?]</a:t>
            </a:r>
          </a:p>
          <a:p>
            <a:pPr lvl="1"/>
            <a:r>
              <a:rPr lang="en-US" sz="2400" dirty="0">
                <a:solidFill>
                  <a:schemeClr val="accent3"/>
                </a:solidFill>
              </a:rPr>
              <a:t>[What sort of observations can you make?]</a:t>
            </a:r>
          </a:p>
          <a:p>
            <a:endParaRPr lang="en-US" sz="2400" dirty="0"/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14DE96F0-CB86-C68D-A531-BF8A4BC5D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Explore the outputs</a:t>
            </a:r>
          </a:p>
        </p:txBody>
      </p:sp>
    </p:spTree>
    <p:extLst>
      <p:ext uri="{BB962C8B-B14F-4D97-AF65-F5344CB8AC3E}">
        <p14:creationId xmlns:p14="http://schemas.microsoft.com/office/powerpoint/2010/main" val="4014824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60CAF-3D4E-649B-BF04-712190C82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E496049-ADB3-39BA-A6B1-FB19E52E4B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5443" y="1548994"/>
            <a:ext cx="4301273" cy="299415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1C159418-8BBF-3E68-C798-42504F1F862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854" y="1492337"/>
            <a:ext cx="3607544" cy="3038211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22AE27D-08C5-705F-726C-62E3617FCE96}"/>
              </a:ext>
            </a:extLst>
          </p:cNvPr>
          <p:cNvSpPr txBox="1">
            <a:spLocks noGrp="1"/>
          </p:cNvSpPr>
          <p:nvPr>
            <p:ph type="ftr" sz="quarter" idx="4294967295"/>
          </p:nvPr>
        </p:nvSpPr>
        <p:spPr>
          <a:xfrm>
            <a:off x="8424863" y="6599238"/>
            <a:ext cx="71913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952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spc="-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DFE83B7-CCD3-400C-BFBC-5690102F59C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913813" y="6599238"/>
            <a:ext cx="23018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1" i="0">
                <a:solidFill>
                  <a:srgbClr val="3D8EDE"/>
                </a:solidFill>
                <a:latin typeface="Arial"/>
                <a:cs typeface="Arial"/>
              </a:defRPr>
            </a:lvl1pPr>
          </a:lstStyle>
          <a:p>
            <a:pPr marL="38100"/>
            <a:fld id="{81D60167-4931-47E6-BA6A-407CBD079E47}" type="slidenum">
              <a:rPr lang="en-US" b="0" spc="-25" smtClean="0">
                <a:latin typeface="Arial" panose="020B0604020202020204" pitchFamily="34" charset="0"/>
                <a:cs typeface="Arial" panose="020B0604020202020204" pitchFamily="34" charset="0"/>
              </a:rPr>
              <a:pPr marL="38100"/>
              <a:t>15</a:t>
            </a:fld>
            <a:endParaRPr b="0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C40C3E5C-77A6-0C66-A2F2-BF7085EAB9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Explore the outputs</a:t>
            </a:r>
          </a:p>
        </p:txBody>
      </p:sp>
    </p:spTree>
    <p:extLst>
      <p:ext uri="{BB962C8B-B14F-4D97-AF65-F5344CB8AC3E}">
        <p14:creationId xmlns:p14="http://schemas.microsoft.com/office/powerpoint/2010/main" val="4031023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70FFF-9C66-2545-E1E0-988BA8E7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A03F982-C9CB-C63F-7226-F4CB2A1C6D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94" y="1187978"/>
            <a:ext cx="9108210" cy="554719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1124C4A1-EA56-34AF-348E-4AAAF6029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Modeling charged particle populations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45D33A2-DB38-8F76-5CF1-92D945D21A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1742697"/>
            <a:ext cx="7826770" cy="3557436"/>
          </a:xfrm>
        </p:spPr>
        <p:txBody>
          <a:bodyPr/>
          <a:lstStyle/>
          <a:p>
            <a:r>
              <a:rPr lang="en-US" sz="1600" dirty="0"/>
              <a:t>Click UP and return to Main Menu</a:t>
            </a:r>
          </a:p>
          <a:p>
            <a:r>
              <a:rPr lang="en-US" sz="1600" dirty="0"/>
              <a:t>Click RADIATION SOURCES AND EFFECTS</a:t>
            </a:r>
          </a:p>
          <a:p>
            <a:r>
              <a:rPr lang="en-US" sz="1600" dirty="0"/>
              <a:t>Let’s add GCRs</a:t>
            </a:r>
          </a:p>
          <a:p>
            <a:endParaRPr lang="en-US" sz="1600" dirty="0"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C83E7893-5B41-9902-EEEF-90CAFA0FB719}"/>
              </a:ext>
            </a:extLst>
          </p:cNvPr>
          <p:cNvGrpSpPr/>
          <p:nvPr/>
        </p:nvGrpSpPr>
        <p:grpSpPr>
          <a:xfrm>
            <a:off x="54079" y="1282582"/>
            <a:ext cx="925830" cy="371475"/>
            <a:chOff x="72105" y="1329109"/>
            <a:chExt cx="1234440" cy="49530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02A7467-5316-BBBA-910D-21A9ADAD54DD}"/>
                </a:ext>
              </a:extLst>
            </p:cNvPr>
            <p:cNvSpPr/>
            <p:nvPr/>
          </p:nvSpPr>
          <p:spPr>
            <a:xfrm>
              <a:off x="81630" y="1338634"/>
              <a:ext cx="524510" cy="476250"/>
            </a:xfrm>
            <a:custGeom>
              <a:avLst/>
              <a:gdLst/>
              <a:ahLst/>
              <a:cxnLst/>
              <a:rect l="l" t="t" r="r" b="b"/>
              <a:pathLst>
                <a:path w="524510" h="476250">
                  <a:moveTo>
                    <a:pt x="0" y="211137"/>
                  </a:moveTo>
                  <a:lnTo>
                    <a:pt x="5576" y="162724"/>
                  </a:lnTo>
                  <a:lnTo>
                    <a:pt x="21459" y="118283"/>
                  </a:lnTo>
                  <a:lnTo>
                    <a:pt x="46383" y="79080"/>
                  </a:lnTo>
                  <a:lnTo>
                    <a:pt x="79080" y="46383"/>
                  </a:lnTo>
                  <a:lnTo>
                    <a:pt x="118283" y="21459"/>
                  </a:lnTo>
                  <a:lnTo>
                    <a:pt x="162724" y="5576"/>
                  </a:lnTo>
                  <a:lnTo>
                    <a:pt x="211137" y="0"/>
                  </a:lnTo>
                  <a:lnTo>
                    <a:pt x="313093" y="0"/>
                  </a:lnTo>
                  <a:lnTo>
                    <a:pt x="361502" y="5576"/>
                  </a:lnTo>
                  <a:lnTo>
                    <a:pt x="405941" y="21459"/>
                  </a:lnTo>
                  <a:lnTo>
                    <a:pt x="445144" y="46383"/>
                  </a:lnTo>
                  <a:lnTo>
                    <a:pt x="477843" y="79080"/>
                  </a:lnTo>
                  <a:lnTo>
                    <a:pt x="502768" y="118283"/>
                  </a:lnTo>
                  <a:lnTo>
                    <a:pt x="518653" y="162724"/>
                  </a:lnTo>
                  <a:lnTo>
                    <a:pt x="524230" y="211137"/>
                  </a:lnTo>
                  <a:lnTo>
                    <a:pt x="524230" y="265112"/>
                  </a:lnTo>
                  <a:lnTo>
                    <a:pt x="518653" y="313521"/>
                  </a:lnTo>
                  <a:lnTo>
                    <a:pt x="502768" y="357961"/>
                  </a:lnTo>
                  <a:lnTo>
                    <a:pt x="477843" y="397164"/>
                  </a:lnTo>
                  <a:lnTo>
                    <a:pt x="445144" y="429862"/>
                  </a:lnTo>
                  <a:lnTo>
                    <a:pt x="405941" y="454788"/>
                  </a:lnTo>
                  <a:lnTo>
                    <a:pt x="361502" y="470673"/>
                  </a:lnTo>
                  <a:lnTo>
                    <a:pt x="313093" y="476250"/>
                  </a:lnTo>
                  <a:lnTo>
                    <a:pt x="211137" y="476250"/>
                  </a:lnTo>
                  <a:lnTo>
                    <a:pt x="162724" y="470673"/>
                  </a:lnTo>
                  <a:lnTo>
                    <a:pt x="118283" y="454788"/>
                  </a:lnTo>
                  <a:lnTo>
                    <a:pt x="79080" y="429862"/>
                  </a:lnTo>
                  <a:lnTo>
                    <a:pt x="46383" y="397164"/>
                  </a:lnTo>
                  <a:lnTo>
                    <a:pt x="21459" y="357961"/>
                  </a:lnTo>
                  <a:lnTo>
                    <a:pt x="5576" y="313521"/>
                  </a:lnTo>
                  <a:lnTo>
                    <a:pt x="0" y="265112"/>
                  </a:lnTo>
                  <a:lnTo>
                    <a:pt x="0" y="211137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4119391-DD46-C45E-73F4-AA527BEEC227}"/>
                </a:ext>
              </a:extLst>
            </p:cNvPr>
            <p:cNvSpPr/>
            <p:nvPr/>
          </p:nvSpPr>
          <p:spPr>
            <a:xfrm>
              <a:off x="706991" y="1645194"/>
              <a:ext cx="589915" cy="64769"/>
            </a:xfrm>
            <a:custGeom>
              <a:avLst/>
              <a:gdLst/>
              <a:ahLst/>
              <a:cxnLst/>
              <a:rect l="l" t="t" r="r" b="b"/>
              <a:pathLst>
                <a:path w="589915" h="64769">
                  <a:moveTo>
                    <a:pt x="589559" y="64541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FFDF66F-1685-DF91-B403-43208F02388E}"/>
                </a:ext>
              </a:extLst>
            </p:cNvPr>
            <p:cNvSpPr/>
            <p:nvPr/>
          </p:nvSpPr>
          <p:spPr>
            <a:xfrm>
              <a:off x="706997" y="1594512"/>
              <a:ext cx="120650" cy="126364"/>
            </a:xfrm>
            <a:custGeom>
              <a:avLst/>
              <a:gdLst/>
              <a:ahLst/>
              <a:cxnLst/>
              <a:rect l="l" t="t" r="r" b="b"/>
              <a:pathLst>
                <a:path w="120650" h="126364">
                  <a:moveTo>
                    <a:pt x="106705" y="126250"/>
                  </a:moveTo>
                  <a:lnTo>
                    <a:pt x="0" y="50685"/>
                  </a:lnTo>
                  <a:lnTo>
                    <a:pt x="120535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object 9">
            <a:extLst>
              <a:ext uri="{FF2B5EF4-FFF2-40B4-BE49-F238E27FC236}">
                <a16:creationId xmlns:a16="http://schemas.microsoft.com/office/drawing/2014/main" id="{86ED2E14-700F-E7F6-FC34-493430036FFA}"/>
              </a:ext>
            </a:extLst>
          </p:cNvPr>
          <p:cNvGrpSpPr/>
          <p:nvPr/>
        </p:nvGrpSpPr>
        <p:grpSpPr>
          <a:xfrm>
            <a:off x="973963" y="2095285"/>
            <a:ext cx="6727508" cy="2966561"/>
            <a:chOff x="1298618" y="2412712"/>
            <a:chExt cx="8970010" cy="3955415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5168429D-F64E-CEBE-5F23-8FB6488D0F6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2927" y="3565366"/>
              <a:ext cx="2600679" cy="2267257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0D9C82EE-0EC4-F39C-80C9-BD8FA250BB8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7791" y="2412712"/>
              <a:ext cx="3040462" cy="3955130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30E58944-FC59-245A-2DB3-8E382934D0B6}"/>
                </a:ext>
              </a:extLst>
            </p:cNvPr>
            <p:cNvSpPr/>
            <p:nvPr/>
          </p:nvSpPr>
          <p:spPr>
            <a:xfrm>
              <a:off x="1870471" y="3762220"/>
              <a:ext cx="2740025" cy="365760"/>
            </a:xfrm>
            <a:custGeom>
              <a:avLst/>
              <a:gdLst/>
              <a:ahLst/>
              <a:cxnLst/>
              <a:rect l="l" t="t" r="r" b="b"/>
              <a:pathLst>
                <a:path w="2740025" h="365760">
                  <a:moveTo>
                    <a:pt x="0" y="93751"/>
                  </a:moveTo>
                  <a:lnTo>
                    <a:pt x="7367" y="57258"/>
                  </a:lnTo>
                  <a:lnTo>
                    <a:pt x="27458" y="27458"/>
                  </a:lnTo>
                  <a:lnTo>
                    <a:pt x="57258" y="7367"/>
                  </a:lnTo>
                  <a:lnTo>
                    <a:pt x="93751" y="0"/>
                  </a:lnTo>
                  <a:lnTo>
                    <a:pt x="2646057" y="0"/>
                  </a:lnTo>
                  <a:lnTo>
                    <a:pt x="2682550" y="7367"/>
                  </a:lnTo>
                  <a:lnTo>
                    <a:pt x="2712350" y="27458"/>
                  </a:lnTo>
                  <a:lnTo>
                    <a:pt x="2732441" y="57258"/>
                  </a:lnTo>
                  <a:lnTo>
                    <a:pt x="2739809" y="93751"/>
                  </a:lnTo>
                  <a:lnTo>
                    <a:pt x="2739809" y="271526"/>
                  </a:lnTo>
                  <a:lnTo>
                    <a:pt x="2732441" y="308018"/>
                  </a:lnTo>
                  <a:lnTo>
                    <a:pt x="2712350" y="337818"/>
                  </a:lnTo>
                  <a:lnTo>
                    <a:pt x="2682550" y="357910"/>
                  </a:lnTo>
                  <a:lnTo>
                    <a:pt x="2646057" y="365277"/>
                  </a:lnTo>
                  <a:lnTo>
                    <a:pt x="93751" y="365277"/>
                  </a:lnTo>
                  <a:lnTo>
                    <a:pt x="57258" y="357910"/>
                  </a:lnTo>
                  <a:lnTo>
                    <a:pt x="27458" y="337818"/>
                  </a:lnTo>
                  <a:lnTo>
                    <a:pt x="7367" y="308018"/>
                  </a:lnTo>
                  <a:lnTo>
                    <a:pt x="0" y="271526"/>
                  </a:lnTo>
                  <a:lnTo>
                    <a:pt x="0" y="93751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B8A07CF-318E-9A42-C5ED-0CE3050604AD}"/>
                </a:ext>
              </a:extLst>
            </p:cNvPr>
            <p:cNvSpPr/>
            <p:nvPr/>
          </p:nvSpPr>
          <p:spPr>
            <a:xfrm>
              <a:off x="1308143" y="4139156"/>
              <a:ext cx="508634" cy="375285"/>
            </a:xfrm>
            <a:custGeom>
              <a:avLst/>
              <a:gdLst/>
              <a:ahLst/>
              <a:cxnLst/>
              <a:rect l="l" t="t" r="r" b="b"/>
              <a:pathLst>
                <a:path w="508635" h="375285">
                  <a:moveTo>
                    <a:pt x="0" y="375170"/>
                  </a:moveTo>
                  <a:lnTo>
                    <a:pt x="508444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A18BBF5E-F5FD-5B81-3103-25D7C3D5423B}"/>
                </a:ext>
              </a:extLst>
            </p:cNvPr>
            <p:cNvSpPr/>
            <p:nvPr/>
          </p:nvSpPr>
          <p:spPr>
            <a:xfrm>
              <a:off x="1686908" y="4139153"/>
              <a:ext cx="130175" cy="119380"/>
            </a:xfrm>
            <a:custGeom>
              <a:avLst/>
              <a:gdLst/>
              <a:ahLst/>
              <a:cxnLst/>
              <a:rect l="l" t="t" r="r" b="b"/>
              <a:pathLst>
                <a:path w="130175" h="119379">
                  <a:moveTo>
                    <a:pt x="75412" y="118960"/>
                  </a:moveTo>
                  <a:lnTo>
                    <a:pt x="129679" y="0"/>
                  </a:lnTo>
                  <a:lnTo>
                    <a:pt x="0" y="16776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91B0CA8F-A29F-C8DA-EA65-EE0D898F4F38}"/>
                </a:ext>
              </a:extLst>
            </p:cNvPr>
            <p:cNvSpPr/>
            <p:nvPr/>
          </p:nvSpPr>
          <p:spPr>
            <a:xfrm>
              <a:off x="4610285" y="3539829"/>
              <a:ext cx="2579370" cy="405130"/>
            </a:xfrm>
            <a:custGeom>
              <a:avLst/>
              <a:gdLst/>
              <a:ahLst/>
              <a:cxnLst/>
              <a:rect l="l" t="t" r="r" b="b"/>
              <a:pathLst>
                <a:path w="2579370" h="405129">
                  <a:moveTo>
                    <a:pt x="0" y="405028"/>
                  </a:moveTo>
                  <a:lnTo>
                    <a:pt x="2579192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70FC5ECA-DB83-8C15-6307-FD6E5CBF8193}"/>
                </a:ext>
              </a:extLst>
            </p:cNvPr>
            <p:cNvSpPr/>
            <p:nvPr/>
          </p:nvSpPr>
          <p:spPr>
            <a:xfrm>
              <a:off x="7066711" y="3494836"/>
              <a:ext cx="123189" cy="125730"/>
            </a:xfrm>
            <a:custGeom>
              <a:avLst/>
              <a:gdLst/>
              <a:ahLst/>
              <a:cxnLst/>
              <a:rect l="l" t="t" r="r" b="b"/>
              <a:pathLst>
                <a:path w="123190" h="125729">
                  <a:moveTo>
                    <a:pt x="19710" y="125463"/>
                  </a:moveTo>
                  <a:lnTo>
                    <a:pt x="122770" y="44996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3890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DBB19-3E41-D6E2-3C7C-DB9037424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FA233C9-9A6A-606F-9CB9-E420B1538C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0968" y="2925304"/>
            <a:ext cx="2422064" cy="89309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51C2D1D-34C0-A14D-4FDD-146CEBBD0A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 CREME-96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83ABCD-3E60-20CE-0FEC-1D38A376C0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dirty="0"/>
              <a:t>Other options available (ISO 15390, CREME-86, </a:t>
            </a:r>
            <a:r>
              <a:rPr lang="en-US" sz="1800" dirty="0" err="1"/>
              <a:t>Nymmik</a:t>
            </a:r>
            <a:r>
              <a:rPr lang="en-US" sz="1800" dirty="0"/>
              <a:t>, …)</a:t>
            </a:r>
          </a:p>
          <a:p>
            <a:r>
              <a:rPr lang="en-US" sz="1800" dirty="0"/>
              <a:t>Why CREME-96?</a:t>
            </a:r>
          </a:p>
          <a:p>
            <a:pPr lvl="1"/>
            <a:r>
              <a:rPr lang="en-US" sz="1800" dirty="0"/>
              <a:t>Compatibility with SIRE-2, CREME-MC, …</a:t>
            </a:r>
          </a:p>
          <a:p>
            <a:r>
              <a:rPr lang="en-US" sz="1800" dirty="0"/>
              <a:t>Leave the Magnetic shielding as defaults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01496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492F-C0AC-AFFE-59DC-C46537D1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807B8-04B3-9F33-C30A-C5D8306511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932873"/>
            <a:ext cx="8466388" cy="4367260"/>
          </a:xfrm>
        </p:spPr>
        <p:txBody>
          <a:bodyPr/>
          <a:lstStyle/>
          <a:p>
            <a:r>
              <a:rPr lang="en-US" sz="1600" dirty="0"/>
              <a:t>Generate a Heavy Ion spectra for Xe (Z=54) for this mission (flux vs. energy)</a:t>
            </a:r>
          </a:p>
          <a:p>
            <a:r>
              <a:rPr lang="en-US" sz="1600" dirty="0"/>
              <a:t>Generate a Heavy Ion spectra for protons (Z=1) for this mission (flux vs. energy)</a:t>
            </a:r>
          </a:p>
          <a:p>
            <a:endParaRPr lang="en-US" sz="1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D4E0097-97D3-915A-DA7E-0E5BE7454E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98" y="1922127"/>
            <a:ext cx="3574777" cy="30329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661FBCE-4546-AF12-4440-C1ECC12F9D4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9342" y="1911449"/>
            <a:ext cx="3780081" cy="3001980"/>
          </a:xfrm>
          <a:prstGeom prst="rect">
            <a:avLst/>
          </a:prstGeom>
        </p:spPr>
      </p:pic>
      <p:sp>
        <p:nvSpPr>
          <p:cNvPr id="9" name="Title 10">
            <a:extLst>
              <a:ext uri="{FF2B5EF4-FFF2-40B4-BE49-F238E27FC236}">
                <a16:creationId xmlns:a16="http://schemas.microsoft.com/office/drawing/2014/main" id="{5532C3F0-9EA3-619F-0ECD-DA7F694E43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Explore the outputs</a:t>
            </a:r>
          </a:p>
        </p:txBody>
      </p:sp>
    </p:spTree>
    <p:extLst>
      <p:ext uri="{BB962C8B-B14F-4D97-AF65-F5344CB8AC3E}">
        <p14:creationId xmlns:p14="http://schemas.microsoft.com/office/powerpoint/2010/main" val="4170744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E987F-7065-FD7D-BCC7-49D8CC30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FEF468F-1E96-739A-BD82-962E62F2EF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steps … on your own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84707B2-9202-2C59-D961-3D2E353AEC4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1214965"/>
            <a:ext cx="5020400" cy="4085168"/>
          </a:xfrm>
        </p:spPr>
        <p:txBody>
          <a:bodyPr/>
          <a:lstStyle/>
          <a:p>
            <a:r>
              <a:rPr lang="en-US" sz="2000" dirty="0"/>
              <a:t>As of now we’ve generated charged particle environments for a notional mid latitude Starlink-like mission</a:t>
            </a:r>
          </a:p>
          <a:p>
            <a:pPr lvl="1"/>
            <a:r>
              <a:rPr lang="en-US" sz="2000" dirty="0"/>
              <a:t>Trapped protons</a:t>
            </a:r>
          </a:p>
          <a:p>
            <a:pPr lvl="1"/>
            <a:r>
              <a:rPr lang="en-US" sz="2000" dirty="0"/>
              <a:t>SEP protons and ions</a:t>
            </a:r>
          </a:p>
          <a:p>
            <a:pPr lvl="1"/>
            <a:r>
              <a:rPr lang="en-US" sz="2000" dirty="0"/>
              <a:t>GCR protons and ions</a:t>
            </a:r>
          </a:p>
          <a:p>
            <a:r>
              <a:rPr lang="en-US" sz="2000" dirty="0"/>
              <a:t>Repeat this process for a notional high latitude Starlink-like mission (see right)</a:t>
            </a:r>
          </a:p>
          <a:p>
            <a:r>
              <a:rPr lang="en-US" sz="2000" dirty="0"/>
              <a:t>Generate the same outputs and save so we can compare</a:t>
            </a:r>
          </a:p>
          <a:p>
            <a:endParaRPr lang="en-US" sz="200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0C5BB3F-7B04-806D-E2EF-E8854236BA2E}"/>
              </a:ext>
            </a:extLst>
          </p:cNvPr>
          <p:cNvGrpSpPr/>
          <p:nvPr/>
        </p:nvGrpSpPr>
        <p:grpSpPr>
          <a:xfrm>
            <a:off x="5550230" y="1188915"/>
            <a:ext cx="2845118" cy="3364230"/>
            <a:chOff x="7400307" y="1204220"/>
            <a:chExt cx="3793490" cy="448564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AA02C8D-98EA-96C2-4D1C-C72E320102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0307" y="1204220"/>
              <a:ext cx="3793340" cy="4485619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8F9B608-998D-AC90-A2E9-0407F4705DE3}"/>
                </a:ext>
              </a:extLst>
            </p:cNvPr>
            <p:cNvSpPr/>
            <p:nvPr/>
          </p:nvSpPr>
          <p:spPr>
            <a:xfrm>
              <a:off x="10109199" y="3543298"/>
              <a:ext cx="988694" cy="372745"/>
            </a:xfrm>
            <a:custGeom>
              <a:avLst/>
              <a:gdLst/>
              <a:ahLst/>
              <a:cxnLst/>
              <a:rect l="l" t="t" r="r" b="b"/>
              <a:pathLst>
                <a:path w="988695" h="372745">
                  <a:moveTo>
                    <a:pt x="0" y="95618"/>
                  </a:moveTo>
                  <a:lnTo>
                    <a:pt x="7514" y="58400"/>
                  </a:lnTo>
                  <a:lnTo>
                    <a:pt x="28006" y="28006"/>
                  </a:lnTo>
                  <a:lnTo>
                    <a:pt x="58400" y="7514"/>
                  </a:lnTo>
                  <a:lnTo>
                    <a:pt x="95618" y="0"/>
                  </a:lnTo>
                  <a:lnTo>
                    <a:pt x="893025" y="0"/>
                  </a:lnTo>
                  <a:lnTo>
                    <a:pt x="930244" y="7514"/>
                  </a:lnTo>
                  <a:lnTo>
                    <a:pt x="960637" y="28006"/>
                  </a:lnTo>
                  <a:lnTo>
                    <a:pt x="981129" y="58400"/>
                  </a:lnTo>
                  <a:lnTo>
                    <a:pt x="988644" y="95618"/>
                  </a:lnTo>
                  <a:lnTo>
                    <a:pt x="988644" y="276910"/>
                  </a:lnTo>
                  <a:lnTo>
                    <a:pt x="981129" y="314128"/>
                  </a:lnTo>
                  <a:lnTo>
                    <a:pt x="960637" y="344522"/>
                  </a:lnTo>
                  <a:lnTo>
                    <a:pt x="930244" y="365014"/>
                  </a:lnTo>
                  <a:lnTo>
                    <a:pt x="893025" y="372529"/>
                  </a:lnTo>
                  <a:lnTo>
                    <a:pt x="95618" y="372529"/>
                  </a:lnTo>
                  <a:lnTo>
                    <a:pt x="58400" y="365014"/>
                  </a:lnTo>
                  <a:lnTo>
                    <a:pt x="28006" y="344522"/>
                  </a:lnTo>
                  <a:lnTo>
                    <a:pt x="7514" y="314128"/>
                  </a:lnTo>
                  <a:lnTo>
                    <a:pt x="0" y="276910"/>
                  </a:lnTo>
                  <a:lnTo>
                    <a:pt x="0" y="95618"/>
                  </a:lnTo>
                  <a:close/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A68E077-0B66-2A08-4C7F-7EC12EF793C3}"/>
                </a:ext>
              </a:extLst>
            </p:cNvPr>
            <p:cNvSpPr/>
            <p:nvPr/>
          </p:nvSpPr>
          <p:spPr>
            <a:xfrm>
              <a:off x="9390617" y="3456682"/>
              <a:ext cx="666115" cy="222885"/>
            </a:xfrm>
            <a:custGeom>
              <a:avLst/>
              <a:gdLst/>
              <a:ahLst/>
              <a:cxnLst/>
              <a:rect l="l" t="t" r="r" b="b"/>
              <a:pathLst>
                <a:path w="666115" h="222885">
                  <a:moveTo>
                    <a:pt x="0" y="0"/>
                  </a:moveTo>
                  <a:lnTo>
                    <a:pt x="665683" y="222567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1FFE2F7-C105-0B52-0357-D0F083B0AEDD}"/>
                </a:ext>
              </a:extLst>
            </p:cNvPr>
            <p:cNvSpPr/>
            <p:nvPr/>
          </p:nvSpPr>
          <p:spPr>
            <a:xfrm>
              <a:off x="9927767" y="3582779"/>
              <a:ext cx="128905" cy="120650"/>
            </a:xfrm>
            <a:custGeom>
              <a:avLst/>
              <a:gdLst/>
              <a:ahLst/>
              <a:cxnLst/>
              <a:rect l="l" t="t" r="r" b="b"/>
              <a:pathLst>
                <a:path w="128904" h="120650">
                  <a:moveTo>
                    <a:pt x="40271" y="0"/>
                  </a:moveTo>
                  <a:lnTo>
                    <a:pt x="128536" y="96469"/>
                  </a:lnTo>
                  <a:lnTo>
                    <a:pt x="0" y="120446"/>
                  </a:lnTo>
                </a:path>
              </a:pathLst>
            </a:custGeom>
            <a:ln w="19050">
              <a:solidFill>
                <a:srgbClr val="F604D2"/>
              </a:solidFill>
            </a:ln>
          </p:spPr>
          <p:txBody>
            <a:bodyPr wrap="square" lIns="0" tIns="0" rIns="0" bIns="0" rtlCol="0"/>
            <a:lstStyle/>
            <a:p>
              <a:endParaRPr sz="18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2745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8A146-752C-7599-0580-B3590037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1A4BAA3-A0E0-E509-287D-563B90A8F9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67" y="1438885"/>
            <a:ext cx="4328406" cy="3013017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8B23AD1D-B1AA-98E1-1030-C42B4DA0B4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1960" y="1444291"/>
            <a:ext cx="4163865" cy="299276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A091C8B-0669-6C48-BE3E-02D773F512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Trajectory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3A12199-3D42-B3A4-53E1-83D556F8DB55}"/>
              </a:ext>
            </a:extLst>
          </p:cNvPr>
          <p:cNvSpPr txBox="1">
            <a:spLocks noGrp="1"/>
          </p:cNvSpPr>
          <p:nvPr>
            <p:ph type="ftr" sz="quarter" idx="4294967295"/>
          </p:nvPr>
        </p:nvSpPr>
        <p:spPr>
          <a:xfrm>
            <a:off x="8424863" y="6599238"/>
            <a:ext cx="71913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952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spc="-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0EFED0B-FBED-38C8-527B-A5BB25AED815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913813" y="6599238"/>
            <a:ext cx="23018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1" i="0">
                <a:solidFill>
                  <a:srgbClr val="3D8EDE"/>
                </a:solidFill>
                <a:latin typeface="Arial"/>
                <a:cs typeface="Arial"/>
              </a:defRPr>
            </a:lvl1pPr>
          </a:lstStyle>
          <a:p>
            <a:pPr marL="38100"/>
            <a:fld id="{81D60167-4931-47E6-BA6A-407CBD079E47}" type="slidenum">
              <a:rPr lang="en-US" b="0" spc="-25" smtClean="0">
                <a:latin typeface="Arial" panose="020B0604020202020204" pitchFamily="34" charset="0"/>
                <a:cs typeface="Arial" panose="020B0604020202020204" pitchFamily="34" charset="0"/>
              </a:rPr>
              <a:pPr marL="38100"/>
              <a:t>20</a:t>
            </a:fld>
            <a:endParaRPr b="0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9272C0A-5A95-B5B1-72C1-7AF338B18FDA}"/>
              </a:ext>
            </a:extLst>
          </p:cNvPr>
          <p:cNvSpPr txBox="1">
            <a:spLocks/>
          </p:cNvSpPr>
          <p:nvPr/>
        </p:nvSpPr>
        <p:spPr>
          <a:xfrm>
            <a:off x="131767" y="5138"/>
            <a:ext cx="8004391" cy="317395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cap="none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9525" fontAlgn="auto">
              <a:spcBef>
                <a:spcPts val="75"/>
              </a:spcBef>
              <a:spcAft>
                <a:spcPts val="0"/>
              </a:spcAft>
            </a:pPr>
            <a:r>
              <a:rPr lang="en-US" sz="2000" spc="-199" dirty="0">
                <a:solidFill>
                  <a:schemeClr val="accent3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521319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B1240-2E62-56A4-6DC3-3EF8C192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19EF137-04D4-6AAD-B44D-4A4D095237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3226" y="1531357"/>
            <a:ext cx="3865229" cy="3013002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AC234021-D6B0-C206-38BA-B45936BFFBF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525" y="1510350"/>
            <a:ext cx="4361798" cy="3035137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C483C71-5F89-EDE1-3E12-3D0B58041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Trapped protons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E195C31-FBAC-C4C2-B4A5-516677DC7CC8}"/>
              </a:ext>
            </a:extLst>
          </p:cNvPr>
          <p:cNvSpPr txBox="1">
            <a:spLocks noGrp="1"/>
          </p:cNvSpPr>
          <p:nvPr>
            <p:ph type="ftr" sz="quarter" idx="4294967295"/>
          </p:nvPr>
        </p:nvSpPr>
        <p:spPr>
          <a:xfrm>
            <a:off x="8424863" y="6599238"/>
            <a:ext cx="71913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952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spc="-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04CA455-E438-1679-70E4-12A96276B31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913813" y="6599238"/>
            <a:ext cx="23018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1" i="0">
                <a:solidFill>
                  <a:srgbClr val="3D8EDE"/>
                </a:solidFill>
                <a:latin typeface="Arial"/>
                <a:cs typeface="Arial"/>
              </a:defRPr>
            </a:lvl1pPr>
          </a:lstStyle>
          <a:p>
            <a:pPr marL="38100"/>
            <a:fld id="{81D60167-4931-47E6-BA6A-407CBD079E47}" type="slidenum">
              <a:rPr lang="en-US" b="0" spc="-25" smtClean="0">
                <a:latin typeface="Arial" panose="020B0604020202020204" pitchFamily="34" charset="0"/>
                <a:cs typeface="Arial" panose="020B0604020202020204" pitchFamily="34" charset="0"/>
              </a:rPr>
              <a:pPr marL="38100"/>
              <a:t>21</a:t>
            </a:fld>
            <a:endParaRPr b="0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523B50A-3B0A-3810-69D1-84EC737DC29F}"/>
              </a:ext>
            </a:extLst>
          </p:cNvPr>
          <p:cNvSpPr txBox="1">
            <a:spLocks/>
          </p:cNvSpPr>
          <p:nvPr/>
        </p:nvSpPr>
        <p:spPr>
          <a:xfrm>
            <a:off x="131767" y="5138"/>
            <a:ext cx="8004391" cy="317395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cap="none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9525" fontAlgn="auto">
              <a:spcBef>
                <a:spcPts val="75"/>
              </a:spcBef>
              <a:spcAft>
                <a:spcPts val="0"/>
              </a:spcAft>
            </a:pPr>
            <a:r>
              <a:rPr lang="en-US" sz="2000" spc="-199" dirty="0">
                <a:solidFill>
                  <a:schemeClr val="accent3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954759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C1B3-A3DB-2786-0891-D2641F2E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B66322-0D50-901B-DB50-2915FFF08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Comparisons (Trapped Protons)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7FB63A-59E2-05A7-FF3A-9AE12FD0CB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921633"/>
            <a:ext cx="7826770" cy="4378500"/>
          </a:xfrm>
        </p:spPr>
        <p:txBody>
          <a:bodyPr/>
          <a:lstStyle/>
          <a:p>
            <a:r>
              <a:rPr lang="en-US" sz="1800" dirty="0"/>
              <a:t>Make some observations about</a:t>
            </a:r>
          </a:p>
          <a:p>
            <a:pPr lvl="1"/>
            <a:r>
              <a:rPr lang="en-US" sz="1800" dirty="0"/>
              <a:t>Mission / orbit average &gt;200 MeV protons</a:t>
            </a:r>
          </a:p>
          <a:p>
            <a:pPr lvl="1"/>
            <a:r>
              <a:rPr lang="en-US" sz="1800" dirty="0"/>
              <a:t>Peak &gt;200 MeV protons</a:t>
            </a:r>
          </a:p>
          <a:p>
            <a:endParaRPr lang="en-US" sz="18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16D5A94-8100-3643-BD4B-EA81F9A6BC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92" y="2038350"/>
            <a:ext cx="8908793" cy="3086100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E9805F7F-499D-C88A-3D23-F0006AF29E89}"/>
              </a:ext>
            </a:extLst>
          </p:cNvPr>
          <p:cNvSpPr txBox="1">
            <a:spLocks/>
          </p:cNvSpPr>
          <p:nvPr/>
        </p:nvSpPr>
        <p:spPr>
          <a:xfrm>
            <a:off x="131767" y="5138"/>
            <a:ext cx="8004391" cy="317395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cap="none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9525" fontAlgn="auto">
              <a:spcBef>
                <a:spcPts val="75"/>
              </a:spcBef>
              <a:spcAft>
                <a:spcPts val="0"/>
              </a:spcAft>
            </a:pPr>
            <a:r>
              <a:rPr lang="en-US" sz="2000" spc="-199" dirty="0">
                <a:solidFill>
                  <a:schemeClr val="accent3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802828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EDD15-C526-67AD-373D-6F3618F23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7676C4D-410A-43D5-FDE8-E8AFAF32F2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735" y="2087973"/>
            <a:ext cx="3865226" cy="301300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2D1932D5-D3D8-B4DC-DF66-342D7898C74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2504" y="2160485"/>
            <a:ext cx="3702263" cy="2885977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EE52B739-A073-1978-9049-50562879CE29}"/>
              </a:ext>
            </a:extLst>
          </p:cNvPr>
          <p:cNvSpPr txBox="1">
            <a:spLocks/>
          </p:cNvSpPr>
          <p:nvPr/>
        </p:nvSpPr>
        <p:spPr>
          <a:xfrm>
            <a:off x="131767" y="5138"/>
            <a:ext cx="8004391" cy="317395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cap="none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9525" fontAlgn="auto">
              <a:spcBef>
                <a:spcPts val="75"/>
              </a:spcBef>
              <a:spcAft>
                <a:spcPts val="0"/>
              </a:spcAft>
            </a:pPr>
            <a:r>
              <a:rPr lang="en-US" sz="2000" spc="-199" dirty="0">
                <a:solidFill>
                  <a:schemeClr val="accent3"/>
                </a:solidFill>
              </a:rPr>
              <a:t>SOLUTION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7A1C47C-CDAC-E2CB-C2E4-635EDBA2CD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Comparisons (Trapped Protons)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ED4050-9284-E300-04D7-34A027AC75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921633"/>
            <a:ext cx="7826770" cy="4378500"/>
          </a:xfrm>
          <a:prstGeom prst="rect">
            <a:avLst/>
          </a:prstGeom>
        </p:spPr>
        <p:txBody>
          <a:bodyPr/>
          <a:lstStyle/>
          <a:p>
            <a:r>
              <a:rPr lang="en-US" sz="1800" dirty="0"/>
              <a:t>Make some observations about</a:t>
            </a:r>
          </a:p>
          <a:p>
            <a:pPr lvl="1"/>
            <a:r>
              <a:rPr lang="en-US" sz="1800" dirty="0"/>
              <a:t>Mission / orbit average &gt;200 MeV protons</a:t>
            </a:r>
          </a:p>
          <a:p>
            <a:pPr lvl="1"/>
            <a:r>
              <a:rPr lang="en-US" sz="1800" dirty="0"/>
              <a:t>Peak &gt;200 MeV protons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29812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898A-7234-46F5-1EA8-6B56D8BF4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ED46F14-3D3F-2B93-5E77-36D5B4DCDB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113" y="1492365"/>
            <a:ext cx="3587114" cy="3043458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A6EF722C-A02F-379D-E4AB-F9A376309E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Worst Day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8A45B64-F671-C55C-8641-B2EAB8213048}"/>
              </a:ext>
            </a:extLst>
          </p:cNvPr>
          <p:cNvSpPr txBox="1">
            <a:spLocks noGrp="1"/>
          </p:cNvSpPr>
          <p:nvPr>
            <p:ph type="ftr" sz="quarter" idx="4294967295"/>
          </p:nvPr>
        </p:nvSpPr>
        <p:spPr>
          <a:xfrm>
            <a:off x="8424863" y="6599238"/>
            <a:ext cx="71913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9525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June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spc="-1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E139C30-F646-D3AD-B69E-8E0E6B507FCC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913813" y="6599238"/>
            <a:ext cx="230187" cy="153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1" i="0">
                <a:solidFill>
                  <a:srgbClr val="3D8EDE"/>
                </a:solidFill>
                <a:latin typeface="Arial"/>
                <a:cs typeface="Arial"/>
              </a:defRPr>
            </a:lvl1pPr>
          </a:lstStyle>
          <a:p>
            <a:pPr marL="38100"/>
            <a:fld id="{81D60167-4931-47E6-BA6A-407CBD079E47}" type="slidenum">
              <a:rPr lang="en-US" b="0" spc="-25" smtClean="0">
                <a:latin typeface="Arial" panose="020B0604020202020204" pitchFamily="34" charset="0"/>
                <a:cs typeface="Arial" panose="020B0604020202020204" pitchFamily="34" charset="0"/>
              </a:rPr>
              <a:pPr marL="38100"/>
              <a:t>24</a:t>
            </a:fld>
            <a:endParaRPr b="0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76B2062-2E75-0002-C91C-A90E866016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4992" y="1543708"/>
            <a:ext cx="4322494" cy="3007544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44C4E79D-CAE0-E29D-EDBD-D1E03D516B40}"/>
              </a:ext>
            </a:extLst>
          </p:cNvPr>
          <p:cNvSpPr txBox="1">
            <a:spLocks/>
          </p:cNvSpPr>
          <p:nvPr/>
        </p:nvSpPr>
        <p:spPr>
          <a:xfrm>
            <a:off x="131767" y="5138"/>
            <a:ext cx="8004391" cy="317395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cap="none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9525" fontAlgn="auto">
              <a:spcBef>
                <a:spcPts val="75"/>
              </a:spcBef>
              <a:spcAft>
                <a:spcPts val="0"/>
              </a:spcAft>
            </a:pPr>
            <a:r>
              <a:rPr lang="en-US" sz="2000" spc="-199" dirty="0">
                <a:solidFill>
                  <a:schemeClr val="accent3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039440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2F5F-A908-C8D7-1B69-4226A22D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B6EF84E-FDBD-7B2F-C0F6-316DC5399B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6077" y="2044788"/>
            <a:ext cx="3607546" cy="303821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799699A-54B0-162B-35B9-AEAF1A0DF4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Comparisons (Worst Day)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7E43103-5F57-BC52-2F1C-3AC769ACA5B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921633"/>
            <a:ext cx="7826770" cy="4378500"/>
          </a:xfrm>
        </p:spPr>
        <p:txBody>
          <a:bodyPr/>
          <a:lstStyle/>
          <a:p>
            <a:r>
              <a:rPr lang="en-US" sz="2000" dirty="0"/>
              <a:t>Make some observations about</a:t>
            </a:r>
          </a:p>
          <a:p>
            <a:pPr lvl="1"/>
            <a:r>
              <a:rPr lang="en-US" sz="2000" dirty="0"/>
              <a:t>Fluxes and energies of Xe ions</a:t>
            </a:r>
          </a:p>
          <a:p>
            <a:endParaRPr lang="en-US" sz="20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F0DC726-B8B6-1D60-BF4F-469947DBE9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356" y="2044815"/>
            <a:ext cx="3587117" cy="3043459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BF92CA00-0E61-59D4-DC19-D62B448D64C0}"/>
              </a:ext>
            </a:extLst>
          </p:cNvPr>
          <p:cNvSpPr txBox="1">
            <a:spLocks/>
          </p:cNvSpPr>
          <p:nvPr/>
        </p:nvSpPr>
        <p:spPr>
          <a:xfrm>
            <a:off x="131767" y="5138"/>
            <a:ext cx="8004391" cy="317395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cap="none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9525" fontAlgn="auto">
              <a:spcBef>
                <a:spcPts val="75"/>
              </a:spcBef>
              <a:spcAft>
                <a:spcPts val="0"/>
              </a:spcAft>
            </a:pPr>
            <a:r>
              <a:rPr lang="en-US" sz="2000" spc="-199" dirty="0">
                <a:solidFill>
                  <a:schemeClr val="accent3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901450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94C8A-BDED-F0A7-96FB-914569630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B4046E3-51C0-94D8-0CE3-C4AE7DD72F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23" y="2096158"/>
            <a:ext cx="4322485" cy="300754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A8394F0-A5BE-BE98-BCEF-3F6C3F06C9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Comparisons (Worst Day)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0C286B-522D-1F21-BA93-96073B1BB5F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921633"/>
            <a:ext cx="7826770" cy="4378500"/>
          </a:xfrm>
        </p:spPr>
        <p:txBody>
          <a:bodyPr/>
          <a:lstStyle/>
          <a:p>
            <a:r>
              <a:rPr lang="en-US" sz="2000" dirty="0"/>
              <a:t>Make some observations about</a:t>
            </a:r>
          </a:p>
          <a:p>
            <a:pPr lvl="1"/>
            <a:r>
              <a:rPr lang="en-US" sz="2000" dirty="0"/>
              <a:t>Access of &gt;200 MeV protons</a:t>
            </a:r>
          </a:p>
          <a:p>
            <a:pPr lvl="1"/>
            <a:r>
              <a:rPr lang="en-US" sz="2000" dirty="0"/>
              <a:t>Is the mission susceptible in a WD environment?</a:t>
            </a:r>
          </a:p>
          <a:p>
            <a:endParaRPr lang="en-US" sz="20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1F91EFA-4FB8-F14B-48C0-27788F70BA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5468" y="2101444"/>
            <a:ext cx="4301273" cy="2994150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07FF3683-209C-CB0B-4CCF-C5C0D60F1100}"/>
              </a:ext>
            </a:extLst>
          </p:cNvPr>
          <p:cNvSpPr txBox="1">
            <a:spLocks/>
          </p:cNvSpPr>
          <p:nvPr/>
        </p:nvSpPr>
        <p:spPr>
          <a:xfrm>
            <a:off x="131767" y="5138"/>
            <a:ext cx="8004391" cy="317395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cap="none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9525" fontAlgn="auto">
              <a:spcBef>
                <a:spcPts val="75"/>
              </a:spcBef>
              <a:spcAft>
                <a:spcPts val="0"/>
              </a:spcAft>
            </a:pPr>
            <a:r>
              <a:rPr lang="en-US" sz="2000" spc="-199" dirty="0">
                <a:solidFill>
                  <a:schemeClr val="accent3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701513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53479-94A3-6964-FECB-27EBDE404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80EBCC2-7090-8E75-10DF-C2421B20249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8931" y="2044760"/>
            <a:ext cx="3574777" cy="30329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0A5E469D-64EF-FCB4-3913-F08524107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Comparisons (GCRs)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79FDC5F-91D8-6DC5-A052-6BF65D5869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921633"/>
            <a:ext cx="7826770" cy="4378500"/>
          </a:xfrm>
        </p:spPr>
        <p:txBody>
          <a:bodyPr/>
          <a:lstStyle/>
          <a:p>
            <a:r>
              <a:rPr lang="en-US" sz="2000" dirty="0"/>
              <a:t>Make some observations about</a:t>
            </a:r>
          </a:p>
          <a:p>
            <a:pPr lvl="1"/>
            <a:r>
              <a:rPr lang="en-US" sz="2000" dirty="0"/>
              <a:t>Fluxes and energies of Xe ions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7232B9A-CFDD-7111-67DB-2C23CFF2DB3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913" y="2044678"/>
            <a:ext cx="3556417" cy="3017402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F319517D-7D27-14AD-82F9-172F6AA63AA1}"/>
              </a:ext>
            </a:extLst>
          </p:cNvPr>
          <p:cNvSpPr txBox="1">
            <a:spLocks/>
          </p:cNvSpPr>
          <p:nvPr/>
        </p:nvSpPr>
        <p:spPr>
          <a:xfrm>
            <a:off x="131767" y="5138"/>
            <a:ext cx="8004391" cy="317395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cap="none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9525" fontAlgn="auto">
              <a:spcBef>
                <a:spcPts val="75"/>
              </a:spcBef>
              <a:spcAft>
                <a:spcPts val="0"/>
              </a:spcAft>
            </a:pPr>
            <a:r>
              <a:rPr lang="en-US" sz="2000" spc="-199" dirty="0">
                <a:solidFill>
                  <a:schemeClr val="accent3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028335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B618A-FBCB-8289-C6AA-36DABA3BE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5ECE005-1663-5F19-3856-4D0718CE82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807" y="2044678"/>
            <a:ext cx="3667385" cy="301740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8420630-9EC2-7F1C-7511-E8B1263B9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Comparisons (GCRs)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9932BE9-D22A-C50A-CC74-59F91E3189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9830" y="921633"/>
            <a:ext cx="7826770" cy="4378500"/>
          </a:xfrm>
        </p:spPr>
        <p:txBody>
          <a:bodyPr/>
          <a:lstStyle/>
          <a:p>
            <a:r>
              <a:rPr lang="en-US" sz="2000" dirty="0"/>
              <a:t>Make some observations about</a:t>
            </a:r>
          </a:p>
          <a:p>
            <a:pPr lvl="1"/>
            <a:r>
              <a:rPr lang="en-US" sz="2000" dirty="0"/>
              <a:t>Fluxes and energies of Xe ions</a:t>
            </a:r>
          </a:p>
          <a:p>
            <a:endParaRPr lang="en-US" sz="20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97B1D9D-418C-C8D1-66F1-A9A1F65AE24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92762" y="2034082"/>
            <a:ext cx="3780081" cy="3001972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5BC41425-FC6E-61C7-BBD6-247B6DD3D05A}"/>
              </a:ext>
            </a:extLst>
          </p:cNvPr>
          <p:cNvSpPr txBox="1">
            <a:spLocks/>
          </p:cNvSpPr>
          <p:nvPr/>
        </p:nvSpPr>
        <p:spPr>
          <a:xfrm>
            <a:off x="131767" y="5138"/>
            <a:ext cx="8004391" cy="317395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cap="none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9525" fontAlgn="auto">
              <a:spcBef>
                <a:spcPts val="75"/>
              </a:spcBef>
              <a:spcAft>
                <a:spcPts val="0"/>
              </a:spcAft>
            </a:pPr>
            <a:r>
              <a:rPr lang="en-US" sz="2000" spc="-199" dirty="0">
                <a:solidFill>
                  <a:schemeClr val="accent3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401158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96A22-3F69-2BA0-4728-6EEB7690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ECECA-C826-F754-13FE-413D392B74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Homework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F9C36-66EB-3480-C8C1-949568A3181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41744" y="862618"/>
            <a:ext cx="8506691" cy="4438045"/>
          </a:xfrm>
          <a:prstGeom prst="rect">
            <a:avLst/>
          </a:prstGeom>
        </p:spPr>
        <p:txBody>
          <a:bodyPr/>
          <a:lstStyle/>
          <a:p>
            <a:pPr marL="514350" indent="-514350" algn="l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Using SPENVIS, model the following two orbits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</a:rPr>
              <a:t>Assume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 mission start date of Jan 1, 2026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</a:rPr>
              <a:t>Use the following models: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</a:rPr>
              <a:t>Trapped Protons and Electronics: Standard AE-8 (solar max., 50% confidence level), AP-8 (solar min.)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</a:rPr>
              <a:t>CRÉME-96 solar particle model (Worst Day)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</a:rPr>
              <a:t>ESP-PHYCHIC solar particle model for total fluence (95% confidence level)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</a:rPr>
              <a:t>CRÉME-96 galactic cosmic ray model (solar min.)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</a:endParaRPr>
          </a:p>
          <a:p>
            <a:pPr marL="1428750" lvl="2" indent="-5143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</a:endParaRPr>
          </a:p>
          <a:p>
            <a:pPr marL="1428750" lvl="2" indent="-5143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9B63DA5-9986-C932-7C78-1F82DE3FF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564121"/>
              </p:ext>
            </p:extLst>
          </p:nvPr>
        </p:nvGraphicFramePr>
        <p:xfrm>
          <a:off x="1028719" y="3057198"/>
          <a:ext cx="317863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315">
                  <a:extLst>
                    <a:ext uri="{9D8B030D-6E8A-4147-A177-3AD203B41FA5}">
                      <a16:colId xmlns:a16="http://schemas.microsoft.com/office/drawing/2014/main" val="641935383"/>
                    </a:ext>
                  </a:extLst>
                </a:gridCol>
                <a:gridCol w="1589315">
                  <a:extLst>
                    <a:ext uri="{9D8B030D-6E8A-4147-A177-3AD203B41FA5}">
                      <a16:colId xmlns:a16="http://schemas.microsoft.com/office/drawing/2014/main" val="1400453834"/>
                    </a:ext>
                  </a:extLst>
                </a:gridCol>
              </a:tblGrid>
              <a:tr h="278130">
                <a:tc gridSpan="2"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Polar LEO (POES, IRIDIUM) 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38365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Mission Duration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7 years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6962161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Apogee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825 km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8801763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Perigee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825 km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0914598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Inclination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98.8 deg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6882996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RAAN</a:t>
                      </a:r>
                      <a:r>
                        <a:rPr lang="en-US" sz="1400" b="1" baseline="300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0 deg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1179426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Argument of Perigee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0 deg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4141453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True Anomaly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0 deg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3422985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E09DC0-C33F-B595-4828-AEB8CDC83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241346"/>
              </p:ext>
            </p:extLst>
          </p:nvPr>
        </p:nvGraphicFramePr>
        <p:xfrm>
          <a:off x="4894748" y="3057198"/>
          <a:ext cx="317863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315">
                  <a:extLst>
                    <a:ext uri="{9D8B030D-6E8A-4147-A177-3AD203B41FA5}">
                      <a16:colId xmlns:a16="http://schemas.microsoft.com/office/drawing/2014/main" val="641935383"/>
                    </a:ext>
                  </a:extLst>
                </a:gridCol>
                <a:gridCol w="1589315">
                  <a:extLst>
                    <a:ext uri="{9D8B030D-6E8A-4147-A177-3AD203B41FA5}">
                      <a16:colId xmlns:a16="http://schemas.microsoft.com/office/drawing/2014/main" val="1400453834"/>
                    </a:ext>
                  </a:extLst>
                </a:gridCol>
              </a:tblGrid>
              <a:tr h="278130">
                <a:tc gridSpan="2"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HEO (Van Allen Probes, MMS)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38365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Mission Duration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2 years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65238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Apogee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70000 km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8801763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Perigee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2500 km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0914598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Inclination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28 deg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6882996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RAAN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0 deg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0885775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Argument of Perigee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0 deg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4221763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True Anomaly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rial" panose="020B0604020202020204" pitchFamily="34" charset="0"/>
                        </a:rPr>
                        <a:t>0 deg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187082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34C41F5-7B42-D580-EACC-6244BC534E58}"/>
              </a:ext>
            </a:extLst>
          </p:cNvPr>
          <p:cNvSpPr txBox="1"/>
          <p:nvPr/>
        </p:nvSpPr>
        <p:spPr>
          <a:xfrm>
            <a:off x="961161" y="5484168"/>
            <a:ext cx="34193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aseline="30000" dirty="0">
                <a:latin typeface="Arial" panose="020B0604020202020204" pitchFamily="34" charset="0"/>
              </a:rPr>
              <a:t>1</a:t>
            </a:r>
            <a:r>
              <a:rPr lang="en-US" sz="900" dirty="0">
                <a:latin typeface="Arial" panose="020B0604020202020204" pitchFamily="34" charset="0"/>
              </a:rPr>
              <a:t>Right Ascension of the Ascending Node</a:t>
            </a:r>
          </a:p>
        </p:txBody>
      </p:sp>
    </p:spTree>
    <p:extLst>
      <p:ext uri="{BB962C8B-B14F-4D97-AF65-F5344CB8AC3E}">
        <p14:creationId xmlns:p14="http://schemas.microsoft.com/office/powerpoint/2010/main" val="2674173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F059A-89A6-36A4-3CFB-7CB4CCB24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A3F11-08FA-EFB6-BF7E-F81EAC12ED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Homework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B9B56-9CF3-DFFA-7A92-728778CD844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41744" y="862618"/>
            <a:ext cx="8506691" cy="4438045"/>
          </a:xfrm>
          <a:prstGeom prst="rect">
            <a:avLst/>
          </a:prstGeom>
        </p:spPr>
        <p:txBody>
          <a:bodyPr/>
          <a:lstStyle/>
          <a:p>
            <a:pPr marL="514350" indent="-514350" algn="l">
              <a:buFont typeface="+mj-lt"/>
              <a:buAutoNum type="arabicPeriod" startAt="2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Provide the following charts for each mission: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Trapped proton spectra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World maps of the trapped proton flux (for &gt;10 MeV and &gt;200 MeV)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Solar proton (Z=1) and heavy ion flux spectra for He (Z=2) and Fe (Z=26)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World maps of the 200 MeV solar proton attenuation factor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Mission average solar proton (Z=1) and heavy ion fluence spectra for He (Z=2) and Fe (Z=26) </a:t>
            </a:r>
            <a:r>
              <a:rPr lang="en-US" sz="1600" i="1" dirty="0">
                <a:solidFill>
                  <a:schemeClr val="tx1"/>
                </a:solidFill>
                <a:latin typeface="Arial" panose="020B0604020202020204" pitchFamily="34" charset="0"/>
              </a:rPr>
              <a:t>*from solar particle mission fluences</a:t>
            </a:r>
            <a:endParaRPr lang="en-US" sz="2000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GCR spectra of protons (Z=1), He (Z=2), and Fe (Z=26)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</a:endParaRPr>
          </a:p>
          <a:p>
            <a:pPr marL="1428750" lvl="2" indent="-5143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</a:endParaRPr>
          </a:p>
          <a:p>
            <a:pPr marL="1428750" lvl="2" indent="-5143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4287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26163-1303-1219-9202-A00CFC99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0CB31-F3C0-4922-1471-32EC607924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Homework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25990-2D47-DBF3-0398-B8D889949BD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41744" y="862618"/>
            <a:ext cx="8506691" cy="4438045"/>
          </a:xfrm>
          <a:prstGeom prst="rect">
            <a:avLst/>
          </a:prstGeom>
        </p:spPr>
        <p:txBody>
          <a:bodyPr/>
          <a:lstStyle/>
          <a:p>
            <a:pPr marL="514350" indent="-514350" algn="l">
              <a:buFont typeface="+mj-lt"/>
              <a:buAutoNum type="arabicPeriod" startAt="3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Name three differences in each of these orbits, as compared to the in-class example of a notional Starlink LEO orbit</a:t>
            </a:r>
          </a:p>
          <a:p>
            <a:pPr marL="514350" indent="-514350" algn="l">
              <a:buFont typeface="+mj-lt"/>
              <a:buAutoNum type="arabicPeriod" startAt="3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What is the integral flux of trapped protons of energy 1 MeV or greater?  What about for 200 MeV or greater?  </a:t>
            </a:r>
          </a:p>
          <a:p>
            <a:pPr marL="514350" indent="-514350" algn="l">
              <a:buFont typeface="+mj-lt"/>
              <a:buAutoNum type="arabicPeriod" startAt="3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For the life of each of these missions, how does the total fluence of solar protons of 200 MeV or greater to compare to the Starlink LEO mission?  </a:t>
            </a:r>
            <a:r>
              <a:rPr lang="en-US" sz="2000" b="0" dirty="0">
                <a:solidFill>
                  <a:schemeClr val="tx1"/>
                </a:solidFill>
                <a:latin typeface="Arial" panose="020B0604020202020204" pitchFamily="34" charset="0"/>
              </a:rPr>
              <a:t>Provide the expected ratio (fluence of desired mission)/fluence of Starlink LEO.</a:t>
            </a:r>
          </a:p>
          <a:p>
            <a:pPr marL="514350" indent="-514350" algn="l">
              <a:buFont typeface="+mj-lt"/>
              <a:buAutoNum type="arabicPeriod" startAt="3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Which mission sees the highest flux of GCR of Z=2 and higher?  How about Z=26 and higher? Why?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</a:endParaRPr>
          </a:p>
          <a:p>
            <a:pPr marL="1428750" lvl="2" indent="-5143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</a:endParaRPr>
          </a:p>
          <a:p>
            <a:pPr marL="1428750" lvl="2" indent="-5143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378997"/>
      </p:ext>
    </p:extLst>
  </p:cSld>
  <p:clrMapOvr>
    <a:masterClrMapping/>
  </p:clrMapOvr>
</p:sld>
</file>

<file path=ppt/theme/theme1.xml><?xml version="1.0" encoding="utf-8"?>
<a:theme xmlns:a="http://schemas.openxmlformats.org/drawingml/2006/main" name="ISDE - Ti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21744</TotalTime>
  <Words>1018</Words>
  <Application>Microsoft Macintosh PowerPoint</Application>
  <PresentationFormat>On-screen Show (16:10)</PresentationFormat>
  <Paragraphs>170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Courier New</vt:lpstr>
      <vt:lpstr>System Font Regular</vt:lpstr>
      <vt:lpstr>Wingdings</vt:lpstr>
      <vt:lpstr>ISDE - Title</vt:lpstr>
      <vt:lpstr>02A – The Natural Space Radiation Environment Guided Activity  ENGR-E 399/599 Microelectronics Radiation Effects and Reliability</vt:lpstr>
      <vt:lpstr>Sign in to SPENVIS</vt:lpstr>
      <vt:lpstr>Use the Coordinate Generator to  create a trajectory</vt:lpstr>
      <vt:lpstr>Use the Coordinate Generator to  create a trajectory</vt:lpstr>
      <vt:lpstr>Use the Coordinate Generator to  create a trajectory</vt:lpstr>
      <vt:lpstr>Explore the outputs</vt:lpstr>
      <vt:lpstr>Explore the outputs</vt:lpstr>
      <vt:lpstr>Modeling charged particle populations</vt:lpstr>
      <vt:lpstr>Run AP8 / AE8</vt:lpstr>
      <vt:lpstr>Explore the outputs</vt:lpstr>
      <vt:lpstr>Explore the outputs</vt:lpstr>
      <vt:lpstr>Modeling charged particle populations</vt:lpstr>
      <vt:lpstr>Run CREME-96 Worst Day (WD)</vt:lpstr>
      <vt:lpstr>Explore the outputs</vt:lpstr>
      <vt:lpstr>Explore the outputs</vt:lpstr>
      <vt:lpstr>Modeling charged particle populations</vt:lpstr>
      <vt:lpstr>Run CREME-96</vt:lpstr>
      <vt:lpstr>Explore the outputs</vt:lpstr>
      <vt:lpstr>Next steps … on your own</vt:lpstr>
      <vt:lpstr>Trajectory</vt:lpstr>
      <vt:lpstr>Trapped protons</vt:lpstr>
      <vt:lpstr>Comparisons (Trapped Protons)</vt:lpstr>
      <vt:lpstr>Comparisons (Trapped Protons)</vt:lpstr>
      <vt:lpstr>Worst Day</vt:lpstr>
      <vt:lpstr>Comparisons (Worst Day)</vt:lpstr>
      <vt:lpstr>Comparisons (Worst Day)</vt:lpstr>
      <vt:lpstr>Comparisons (GCRs)</vt:lpstr>
      <vt:lpstr>Comparisons (GCRs)</vt:lpstr>
      <vt:lpstr>Homework 2</vt:lpstr>
      <vt:lpstr>Homework 2</vt:lpstr>
      <vt:lpstr>Homework 2</vt:lpstr>
    </vt:vector>
  </TitlesOfParts>
  <Manager/>
  <Company>Indiana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ENGR-E-399/599: Microelectronics Radiation Effects</dc:title>
  <dc:subject>Unit 2A - The Natural Space Radiation Environment</dc:subject>
  <dc:creator>D. Loveless</dc:creator>
  <cp:keywords/>
  <dc:description/>
  <cp:lastModifiedBy>Loveless, Daniel</cp:lastModifiedBy>
  <cp:revision>478</cp:revision>
  <cp:lastPrinted>2014-09-11T17:50:01Z</cp:lastPrinted>
  <dcterms:created xsi:type="dcterms:W3CDTF">2006-03-07T17:15:04Z</dcterms:created>
  <dcterms:modified xsi:type="dcterms:W3CDTF">2025-09-09T19:34:32Z</dcterms:modified>
  <cp:category/>
</cp:coreProperties>
</file>